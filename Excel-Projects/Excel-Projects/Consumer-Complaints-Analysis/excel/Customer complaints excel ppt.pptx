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7" r:id="rId2"/>
    <p:sldId id="258" r:id="rId3"/>
    <p:sldId id="261" r:id="rId4"/>
    <p:sldId id="272" r:id="rId5"/>
    <p:sldId id="273" r:id="rId6"/>
    <p:sldId id="276" r:id="rId7"/>
    <p:sldId id="274" r:id="rId8"/>
    <p:sldId id="260" r:id="rId9"/>
    <p:sldId id="278" r:id="rId10"/>
    <p:sldId id="27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40" userDrawn="1">
          <p15:clr>
            <a:srgbClr val="A4A3A4"/>
          </p15:clr>
        </p15:guide>
        <p15:guide id="6" orient="horz" pos="144" userDrawn="1">
          <p15:clr>
            <a:srgbClr val="A4A3A4"/>
          </p15:clr>
        </p15:guide>
        <p15:guide id="7" orient="horz" pos="4104" userDrawn="1">
          <p15:clr>
            <a:srgbClr val="A4A3A4"/>
          </p15:clr>
        </p15:guide>
        <p15:guide id="8" pos="7440" userDrawn="1">
          <p15:clr>
            <a:srgbClr val="A4A3A4"/>
          </p15:clr>
        </p15:guide>
        <p15:guide id="13" orient="horz" pos="1512" userDrawn="1">
          <p15:clr>
            <a:srgbClr val="A4A3A4"/>
          </p15:clr>
        </p15:guide>
        <p15:guide id="17" orient="horz" pos="2376" userDrawn="1">
          <p15:clr>
            <a:srgbClr val="A4A3A4"/>
          </p15:clr>
        </p15:guide>
        <p15:guide id="18" pos="4824" userDrawn="1">
          <p15:clr>
            <a:srgbClr val="A4A3A4"/>
          </p15:clr>
        </p15:guide>
        <p15:guide id="20" pos="2016" userDrawn="1">
          <p15:clr>
            <a:srgbClr val="A4A3A4"/>
          </p15:clr>
        </p15:guide>
        <p15:guide id="21" orient="horz" pos="1680" userDrawn="1">
          <p15:clr>
            <a:srgbClr val="A4A3A4"/>
          </p15:clr>
        </p15:guide>
        <p15:guide id="22" orient="horz" pos="1008" userDrawn="1">
          <p15:clr>
            <a:srgbClr val="A4A3A4"/>
          </p15:clr>
        </p15:guide>
        <p15:guide id="23" pos="408" userDrawn="1">
          <p15:clr>
            <a:srgbClr val="A4A3A4"/>
          </p15:clr>
        </p15:guide>
        <p15:guide id="24" orient="horz" pos="792" userDrawn="1">
          <p15:clr>
            <a:srgbClr val="A4A3A4"/>
          </p15:clr>
        </p15:guide>
        <p15:guide id="25" orient="horz" pos="2760" userDrawn="1">
          <p15:clr>
            <a:srgbClr val="A4A3A4"/>
          </p15:clr>
        </p15:guide>
        <p15:guide id="26" orient="horz" pos="3024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8" orient="horz" pos="22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49"/>
    <a:srgbClr val="BABABA"/>
    <a:srgbClr val="30353F"/>
    <a:srgbClr val="43CDD9"/>
    <a:srgbClr val="667181"/>
    <a:srgbClr val="DBDBDB"/>
    <a:srgbClr val="85E0E7"/>
    <a:srgbClr val="515A6B"/>
    <a:srgbClr val="AFBBBD"/>
    <a:srgbClr val="8FA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7FBBB1-E8A7-4C08-9DC1-F10655E8E2B6}" v="127" dt="2024-09-26T06:24:21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pos="240"/>
        <p:guide orient="horz" pos="144"/>
        <p:guide orient="horz" pos="4104"/>
        <p:guide pos="7440"/>
        <p:guide orient="horz" pos="1512"/>
        <p:guide orient="horz" pos="2376"/>
        <p:guide pos="4824"/>
        <p:guide pos="2016"/>
        <p:guide orient="horz" pos="1680"/>
        <p:guide orient="horz" pos="1008"/>
        <p:guide pos="408"/>
        <p:guide orient="horz" pos="792"/>
        <p:guide orient="horz" pos="2760"/>
        <p:guide orient="horz" pos="3024"/>
        <p:guide pos="3840"/>
        <p:guide orient="horz" pos="22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uchi Mail" userId="677fbc81e831b633" providerId="LiveId" clId="{DF7FBBB1-E8A7-4C08-9DC1-F10655E8E2B6}"/>
    <pc:docChg chg="undo custSel addSld delSld modSld sldOrd">
      <pc:chgData name="Shruchi Mail" userId="677fbc81e831b633" providerId="LiveId" clId="{DF7FBBB1-E8A7-4C08-9DC1-F10655E8E2B6}" dt="2024-09-26T06:29:21.053" v="1208" actId="1036"/>
      <pc:docMkLst>
        <pc:docMk/>
      </pc:docMkLst>
      <pc:sldChg chg="delSp modSp mod">
        <pc:chgData name="Shruchi Mail" userId="677fbc81e831b633" providerId="LiveId" clId="{DF7FBBB1-E8A7-4C08-9DC1-F10655E8E2B6}" dt="2024-09-26T06:29:21.053" v="1208" actId="1036"/>
        <pc:sldMkLst>
          <pc:docMk/>
          <pc:sldMk cId="735082890" sldId="257"/>
        </pc:sldMkLst>
        <pc:spChg chg="del">
          <ac:chgData name="Shruchi Mail" userId="677fbc81e831b633" providerId="LiveId" clId="{DF7FBBB1-E8A7-4C08-9DC1-F10655E8E2B6}" dt="2024-09-25T13:18:49.550" v="1130" actId="478"/>
          <ac:spMkLst>
            <pc:docMk/>
            <pc:sldMk cId="735082890" sldId="257"/>
            <ac:spMk id="2" creationId="{00000000-0000-0000-0000-000000000000}"/>
          </ac:spMkLst>
        </pc:spChg>
        <pc:spChg chg="mod">
          <ac:chgData name="Shruchi Mail" userId="677fbc81e831b633" providerId="LiveId" clId="{DF7FBBB1-E8A7-4C08-9DC1-F10655E8E2B6}" dt="2024-09-25T13:19:26.314" v="1164" actId="1076"/>
          <ac:spMkLst>
            <pc:docMk/>
            <pc:sldMk cId="735082890" sldId="257"/>
            <ac:spMk id="7" creationId="{00000000-0000-0000-0000-000000000000}"/>
          </ac:spMkLst>
        </pc:spChg>
        <pc:spChg chg="del">
          <ac:chgData name="Shruchi Mail" userId="677fbc81e831b633" providerId="LiveId" clId="{DF7FBBB1-E8A7-4C08-9DC1-F10655E8E2B6}" dt="2024-09-25T13:18:46.664" v="1128" actId="478"/>
          <ac:spMkLst>
            <pc:docMk/>
            <pc:sldMk cId="735082890" sldId="257"/>
            <ac:spMk id="10" creationId="{00000000-0000-0000-0000-000000000000}"/>
          </ac:spMkLst>
        </pc:spChg>
        <pc:spChg chg="del">
          <ac:chgData name="Shruchi Mail" userId="677fbc81e831b633" providerId="LiveId" clId="{DF7FBBB1-E8A7-4C08-9DC1-F10655E8E2B6}" dt="2024-09-25T13:18:48.762" v="1129" actId="478"/>
          <ac:spMkLst>
            <pc:docMk/>
            <pc:sldMk cId="735082890" sldId="257"/>
            <ac:spMk id="11" creationId="{00000000-0000-0000-0000-000000000000}"/>
          </ac:spMkLst>
        </pc:spChg>
        <pc:spChg chg="mod">
          <ac:chgData name="Shruchi Mail" userId="677fbc81e831b633" providerId="LiveId" clId="{DF7FBBB1-E8A7-4C08-9DC1-F10655E8E2B6}" dt="2024-09-26T06:29:21.053" v="1208" actId="1036"/>
          <ac:spMkLst>
            <pc:docMk/>
            <pc:sldMk cId="735082890" sldId="257"/>
            <ac:spMk id="19" creationId="{00000000-0000-0000-0000-000000000000}"/>
          </ac:spMkLst>
        </pc:spChg>
        <pc:spChg chg="del mod">
          <ac:chgData name="Shruchi Mail" userId="677fbc81e831b633" providerId="LiveId" clId="{DF7FBBB1-E8A7-4C08-9DC1-F10655E8E2B6}" dt="2024-09-25T13:18:43.152" v="1127" actId="478"/>
          <ac:spMkLst>
            <pc:docMk/>
            <pc:sldMk cId="735082890" sldId="257"/>
            <ac:spMk id="21" creationId="{00000000-0000-0000-0000-000000000000}"/>
          </ac:spMkLst>
        </pc:spChg>
        <pc:picChg chg="del">
          <ac:chgData name="Shruchi Mail" userId="677fbc81e831b633" providerId="LiveId" clId="{DF7FBBB1-E8A7-4C08-9DC1-F10655E8E2B6}" dt="2024-09-25T13:18:37.235" v="1125" actId="478"/>
          <ac:picMkLst>
            <pc:docMk/>
            <pc:sldMk cId="735082890" sldId="257"/>
            <ac:picMk id="9" creationId="{DEBE08FE-8856-B14C-A309-36A662725754}"/>
          </ac:picMkLst>
        </pc:picChg>
      </pc:sldChg>
      <pc:sldChg chg="modSp mod">
        <pc:chgData name="Shruchi Mail" userId="677fbc81e831b633" providerId="LiveId" clId="{DF7FBBB1-E8A7-4C08-9DC1-F10655E8E2B6}" dt="2024-09-26T06:18:12.208" v="1190" actId="5793"/>
        <pc:sldMkLst>
          <pc:docMk/>
          <pc:sldMk cId="3041316037" sldId="258"/>
        </pc:sldMkLst>
        <pc:spChg chg="mod">
          <ac:chgData name="Shruchi Mail" userId="677fbc81e831b633" providerId="LiveId" clId="{DF7FBBB1-E8A7-4C08-9DC1-F10655E8E2B6}" dt="2024-09-26T06:18:12.208" v="1190" actId="5793"/>
          <ac:spMkLst>
            <pc:docMk/>
            <pc:sldMk cId="3041316037" sldId="258"/>
            <ac:spMk id="36" creationId="{29C74C4C-E3C5-E861-11F6-9C67E4D7F673}"/>
          </ac:spMkLst>
        </pc:spChg>
        <pc:spChg chg="mod">
          <ac:chgData name="Shruchi Mail" userId="677fbc81e831b633" providerId="LiveId" clId="{DF7FBBB1-E8A7-4C08-9DC1-F10655E8E2B6}" dt="2024-09-25T13:06:21.555" v="905" actId="2711"/>
          <ac:spMkLst>
            <pc:docMk/>
            <pc:sldMk cId="3041316037" sldId="258"/>
            <ac:spMk id="110" creationId="{00000000-0000-0000-0000-000000000000}"/>
          </ac:spMkLst>
        </pc:spChg>
      </pc:sldChg>
      <pc:sldChg chg="del">
        <pc:chgData name="Shruchi Mail" userId="677fbc81e831b633" providerId="LiveId" clId="{DF7FBBB1-E8A7-4C08-9DC1-F10655E8E2B6}" dt="2024-09-25T13:14:28.982" v="1039" actId="47"/>
        <pc:sldMkLst>
          <pc:docMk/>
          <pc:sldMk cId="3293348916" sldId="259"/>
        </pc:sldMkLst>
      </pc:sldChg>
      <pc:sldChg chg="addSp delSp modSp mod">
        <pc:chgData name="Shruchi Mail" userId="677fbc81e831b633" providerId="LiveId" clId="{DF7FBBB1-E8A7-4C08-9DC1-F10655E8E2B6}" dt="2024-09-25T12:21:21.765" v="403" actId="20577"/>
        <pc:sldMkLst>
          <pc:docMk/>
          <pc:sldMk cId="1676837893" sldId="260"/>
        </pc:sldMkLst>
        <pc:spChg chg="add del mod topLvl">
          <ac:chgData name="Shruchi Mail" userId="677fbc81e831b633" providerId="LiveId" clId="{DF7FBBB1-E8A7-4C08-9DC1-F10655E8E2B6}" dt="2024-09-25T12:07:18.406" v="330" actId="478"/>
          <ac:spMkLst>
            <pc:docMk/>
            <pc:sldMk cId="1676837893" sldId="260"/>
            <ac:spMk id="8" creationId="{B6D1E771-DB11-896D-658E-E0B7770F5A27}"/>
          </ac:spMkLst>
        </pc:spChg>
        <pc:spChg chg="add mod">
          <ac:chgData name="Shruchi Mail" userId="677fbc81e831b633" providerId="LiveId" clId="{DF7FBBB1-E8A7-4C08-9DC1-F10655E8E2B6}" dt="2024-09-25T12:08:08.493" v="334" actId="207"/>
          <ac:spMkLst>
            <pc:docMk/>
            <pc:sldMk cId="1676837893" sldId="260"/>
            <ac:spMk id="10" creationId="{E3F0A41E-74D3-5E26-A36C-96CBE032F6A6}"/>
          </ac:spMkLst>
        </pc:spChg>
        <pc:spChg chg="add mod">
          <ac:chgData name="Shruchi Mail" userId="677fbc81e831b633" providerId="LiveId" clId="{DF7FBBB1-E8A7-4C08-9DC1-F10655E8E2B6}" dt="2024-09-25T12:08:17.372" v="335" actId="207"/>
          <ac:spMkLst>
            <pc:docMk/>
            <pc:sldMk cId="1676837893" sldId="260"/>
            <ac:spMk id="11" creationId="{3E3D0183-D187-B329-ED83-D7A6E60FD15A}"/>
          </ac:spMkLst>
        </pc:spChg>
        <pc:spChg chg="add mod">
          <ac:chgData name="Shruchi Mail" userId="677fbc81e831b633" providerId="LiveId" clId="{DF7FBBB1-E8A7-4C08-9DC1-F10655E8E2B6}" dt="2024-09-25T11:58:30.117" v="291" actId="207"/>
          <ac:spMkLst>
            <pc:docMk/>
            <pc:sldMk cId="1676837893" sldId="260"/>
            <ac:spMk id="12" creationId="{BEE0859E-8D27-3D24-7B20-7706C90E9CD5}"/>
          </ac:spMkLst>
        </pc:spChg>
        <pc:spChg chg="add mod">
          <ac:chgData name="Shruchi Mail" userId="677fbc81e831b633" providerId="LiveId" clId="{DF7FBBB1-E8A7-4C08-9DC1-F10655E8E2B6}" dt="2024-09-25T11:44:43.619" v="89"/>
          <ac:spMkLst>
            <pc:docMk/>
            <pc:sldMk cId="1676837893" sldId="260"/>
            <ac:spMk id="14" creationId="{B6D1E771-DB11-896D-658E-E0B7770F5A27}"/>
          </ac:spMkLst>
        </pc:spChg>
        <pc:spChg chg="del">
          <ac:chgData name="Shruchi Mail" userId="677fbc81e831b633" providerId="LiveId" clId="{DF7FBBB1-E8A7-4C08-9DC1-F10655E8E2B6}" dt="2024-09-25T11:35:04.604" v="35" actId="478"/>
          <ac:spMkLst>
            <pc:docMk/>
            <pc:sldMk cId="1676837893" sldId="260"/>
            <ac:spMk id="15" creationId="{00000000-0000-0000-0000-000000000000}"/>
          </ac:spMkLst>
        </pc:spChg>
        <pc:spChg chg="del mod">
          <ac:chgData name="Shruchi Mail" userId="677fbc81e831b633" providerId="LiveId" clId="{DF7FBBB1-E8A7-4C08-9DC1-F10655E8E2B6}" dt="2024-09-25T11:35:02.928" v="34"/>
          <ac:spMkLst>
            <pc:docMk/>
            <pc:sldMk cId="1676837893" sldId="260"/>
            <ac:spMk id="16" creationId="{00000000-0000-0000-0000-000000000000}"/>
          </ac:spMkLst>
        </pc:spChg>
        <pc:spChg chg="add mod">
          <ac:chgData name="Shruchi Mail" userId="677fbc81e831b633" providerId="LiveId" clId="{DF7FBBB1-E8A7-4C08-9DC1-F10655E8E2B6}" dt="2024-09-25T12:21:21.765" v="403" actId="20577"/>
          <ac:spMkLst>
            <pc:docMk/>
            <pc:sldMk cId="1676837893" sldId="260"/>
            <ac:spMk id="18" creationId="{C2836B08-8BD2-4000-AD67-98910D352ED4}"/>
          </ac:spMkLst>
        </pc:spChg>
        <pc:spChg chg="add del mod">
          <ac:chgData name="Shruchi Mail" userId="677fbc81e831b633" providerId="LiveId" clId="{DF7FBBB1-E8A7-4C08-9DC1-F10655E8E2B6}" dt="2024-09-25T12:05:52.343" v="322" actId="478"/>
          <ac:spMkLst>
            <pc:docMk/>
            <pc:sldMk cId="1676837893" sldId="260"/>
            <ac:spMk id="20" creationId="{B0C8F63D-D8AE-DA0F-2112-62B000D6614F}"/>
          </ac:spMkLst>
        </pc:spChg>
        <pc:spChg chg="add mod">
          <ac:chgData name="Shruchi Mail" userId="677fbc81e831b633" providerId="LiveId" clId="{DF7FBBB1-E8A7-4C08-9DC1-F10655E8E2B6}" dt="2024-09-25T12:21:13.008" v="400" actId="207"/>
          <ac:spMkLst>
            <pc:docMk/>
            <pc:sldMk cId="1676837893" sldId="260"/>
            <ac:spMk id="22" creationId="{5D84ADC7-4ED1-94E8-2D0C-5867FA58B73C}"/>
          </ac:spMkLst>
        </pc:spChg>
        <pc:spChg chg="add mod">
          <ac:chgData name="Shruchi Mail" userId="677fbc81e831b633" providerId="LiveId" clId="{DF7FBBB1-E8A7-4C08-9DC1-F10655E8E2B6}" dt="2024-09-25T11:57:33.792" v="285" actId="5793"/>
          <ac:spMkLst>
            <pc:docMk/>
            <pc:sldMk cId="1676837893" sldId="260"/>
            <ac:spMk id="23" creationId="{2AB319A9-A71A-59F5-EDCC-2B9E739393BF}"/>
          </ac:spMkLst>
        </pc:spChg>
        <pc:spChg chg="del">
          <ac:chgData name="Shruchi Mail" userId="677fbc81e831b633" providerId="LiveId" clId="{DF7FBBB1-E8A7-4C08-9DC1-F10655E8E2B6}" dt="2024-09-25T11:34:22.171" v="19" actId="478"/>
          <ac:spMkLst>
            <pc:docMk/>
            <pc:sldMk cId="1676837893" sldId="260"/>
            <ac:spMk id="35" creationId="{0D497812-EAA0-46B1-8255-6A78E8C11B36}"/>
          </ac:spMkLst>
        </pc:spChg>
        <pc:spChg chg="del">
          <ac:chgData name="Shruchi Mail" userId="677fbc81e831b633" providerId="LiveId" clId="{DF7FBBB1-E8A7-4C08-9DC1-F10655E8E2B6}" dt="2024-09-25T11:34:49.224" v="29" actId="478"/>
          <ac:spMkLst>
            <pc:docMk/>
            <pc:sldMk cId="1676837893" sldId="260"/>
            <ac:spMk id="64" creationId="{00000000-0000-0000-0000-000000000000}"/>
          </ac:spMkLst>
        </pc:spChg>
        <pc:spChg chg="del mod">
          <ac:chgData name="Shruchi Mail" userId="677fbc81e831b633" providerId="LiveId" clId="{DF7FBBB1-E8A7-4C08-9DC1-F10655E8E2B6}" dt="2024-09-25T11:35:15.088" v="37" actId="478"/>
          <ac:spMkLst>
            <pc:docMk/>
            <pc:sldMk cId="1676837893" sldId="260"/>
            <ac:spMk id="76" creationId="{00000000-0000-0000-0000-000000000000}"/>
          </ac:spMkLst>
        </pc:spChg>
        <pc:spChg chg="del">
          <ac:chgData name="Shruchi Mail" userId="677fbc81e831b633" providerId="LiveId" clId="{DF7FBBB1-E8A7-4C08-9DC1-F10655E8E2B6}" dt="2024-09-25T11:34:28.039" v="21" actId="478"/>
          <ac:spMkLst>
            <pc:docMk/>
            <pc:sldMk cId="1676837893" sldId="260"/>
            <ac:spMk id="121" creationId="{00000000-0000-0000-0000-000000000000}"/>
          </ac:spMkLst>
        </pc:spChg>
        <pc:spChg chg="del">
          <ac:chgData name="Shruchi Mail" userId="677fbc81e831b633" providerId="LiveId" clId="{DF7FBBB1-E8A7-4C08-9DC1-F10655E8E2B6}" dt="2024-09-25T11:34:23.489" v="20" actId="478"/>
          <ac:spMkLst>
            <pc:docMk/>
            <pc:sldMk cId="1676837893" sldId="260"/>
            <ac:spMk id="122" creationId="{00000000-0000-0000-0000-000000000000}"/>
          </ac:spMkLst>
        </pc:spChg>
        <pc:spChg chg="del mod">
          <ac:chgData name="Shruchi Mail" userId="677fbc81e831b633" providerId="LiveId" clId="{DF7FBBB1-E8A7-4C08-9DC1-F10655E8E2B6}" dt="2024-09-25T11:34:19.982" v="18" actId="478"/>
          <ac:spMkLst>
            <pc:docMk/>
            <pc:sldMk cId="1676837893" sldId="260"/>
            <ac:spMk id="123" creationId="{00000000-0000-0000-0000-000000000000}"/>
          </ac:spMkLst>
        </pc:spChg>
        <pc:spChg chg="del">
          <ac:chgData name="Shruchi Mail" userId="677fbc81e831b633" providerId="LiveId" clId="{DF7FBBB1-E8A7-4C08-9DC1-F10655E8E2B6}" dt="2024-09-25T11:34:55.368" v="31" actId="478"/>
          <ac:spMkLst>
            <pc:docMk/>
            <pc:sldMk cId="1676837893" sldId="260"/>
            <ac:spMk id="124" creationId="{00000000-0000-0000-0000-000000000000}"/>
          </ac:spMkLst>
        </pc:spChg>
        <pc:spChg chg="del mod">
          <ac:chgData name="Shruchi Mail" userId="677fbc81e831b633" providerId="LiveId" clId="{DF7FBBB1-E8A7-4C08-9DC1-F10655E8E2B6}" dt="2024-09-25T11:34:46.368" v="28" actId="478"/>
          <ac:spMkLst>
            <pc:docMk/>
            <pc:sldMk cId="1676837893" sldId="260"/>
            <ac:spMk id="125" creationId="{00000000-0000-0000-0000-000000000000}"/>
          </ac:spMkLst>
        </pc:spChg>
        <pc:spChg chg="del mod">
          <ac:chgData name="Shruchi Mail" userId="677fbc81e831b633" providerId="LiveId" clId="{DF7FBBB1-E8A7-4C08-9DC1-F10655E8E2B6}" dt="2024-09-25T11:34:35.718" v="24" actId="478"/>
          <ac:spMkLst>
            <pc:docMk/>
            <pc:sldMk cId="1676837893" sldId="260"/>
            <ac:spMk id="126" creationId="{00000000-0000-0000-0000-000000000000}"/>
          </ac:spMkLst>
        </pc:spChg>
        <pc:spChg chg="del">
          <ac:chgData name="Shruchi Mail" userId="677fbc81e831b633" providerId="LiveId" clId="{DF7FBBB1-E8A7-4C08-9DC1-F10655E8E2B6}" dt="2024-09-25T11:34:13.093" v="9" actId="478"/>
          <ac:spMkLst>
            <pc:docMk/>
            <pc:sldMk cId="1676837893" sldId="260"/>
            <ac:spMk id="138" creationId="{00000000-0000-0000-0000-000000000000}"/>
          </ac:spMkLst>
        </pc:spChg>
        <pc:spChg chg="del">
          <ac:chgData name="Shruchi Mail" userId="677fbc81e831b633" providerId="LiveId" clId="{DF7FBBB1-E8A7-4C08-9DC1-F10655E8E2B6}" dt="2024-09-25T11:34:07.686" v="3" actId="478"/>
          <ac:spMkLst>
            <pc:docMk/>
            <pc:sldMk cId="1676837893" sldId="260"/>
            <ac:spMk id="141" creationId="{00000000-0000-0000-0000-000000000000}"/>
          </ac:spMkLst>
        </pc:spChg>
        <pc:spChg chg="del">
          <ac:chgData name="Shruchi Mail" userId="677fbc81e831b633" providerId="LiveId" clId="{DF7FBBB1-E8A7-4C08-9DC1-F10655E8E2B6}" dt="2024-09-25T11:34:52.527" v="30" actId="478"/>
          <ac:spMkLst>
            <pc:docMk/>
            <pc:sldMk cId="1676837893" sldId="260"/>
            <ac:spMk id="143" creationId="{00000000-0000-0000-0000-000000000000}"/>
          </ac:spMkLst>
        </pc:spChg>
        <pc:spChg chg="del">
          <ac:chgData name="Shruchi Mail" userId="677fbc81e831b633" providerId="LiveId" clId="{DF7FBBB1-E8A7-4C08-9DC1-F10655E8E2B6}" dt="2024-09-25T11:34:30.408" v="22" actId="478"/>
          <ac:spMkLst>
            <pc:docMk/>
            <pc:sldMk cId="1676837893" sldId="260"/>
            <ac:spMk id="145" creationId="{00000000-0000-0000-0000-000000000000}"/>
          </ac:spMkLst>
        </pc:spChg>
        <pc:spChg chg="del mod">
          <ac:chgData name="Shruchi Mail" userId="677fbc81e831b633" providerId="LiveId" clId="{DF7FBBB1-E8A7-4C08-9DC1-F10655E8E2B6}" dt="2024-09-25T11:34:42.392" v="26" actId="478"/>
          <ac:spMkLst>
            <pc:docMk/>
            <pc:sldMk cId="1676837893" sldId="260"/>
            <ac:spMk id="147" creationId="{00000000-0000-0000-0000-000000000000}"/>
          </ac:spMkLst>
        </pc:spChg>
        <pc:grpChg chg="del">
          <ac:chgData name="Shruchi Mail" userId="677fbc81e831b633" providerId="LiveId" clId="{DF7FBBB1-E8A7-4C08-9DC1-F10655E8E2B6}" dt="2024-09-25T11:34:05.709" v="2" actId="478"/>
          <ac:grpSpMkLst>
            <pc:docMk/>
            <pc:sldMk cId="1676837893" sldId="260"/>
            <ac:grpSpMk id="4" creationId="{00000000-0000-0000-0000-000000000000}"/>
          </ac:grpSpMkLst>
        </pc:grpChg>
        <pc:grpChg chg="del">
          <ac:chgData name="Shruchi Mail" userId="677fbc81e831b633" providerId="LiveId" clId="{DF7FBBB1-E8A7-4C08-9DC1-F10655E8E2B6}" dt="2024-09-25T11:34:11.553" v="8" actId="478"/>
          <ac:grpSpMkLst>
            <pc:docMk/>
            <pc:sldMk cId="1676837893" sldId="260"/>
            <ac:grpSpMk id="5" creationId="{00000000-0000-0000-0000-000000000000}"/>
          </ac:grpSpMkLst>
        </pc:grpChg>
        <pc:grpChg chg="del">
          <ac:chgData name="Shruchi Mail" userId="677fbc81e831b633" providerId="LiveId" clId="{DF7FBBB1-E8A7-4C08-9DC1-F10655E8E2B6}" dt="2024-09-25T11:34:14.491" v="10" actId="478"/>
          <ac:grpSpMkLst>
            <pc:docMk/>
            <pc:sldMk cId="1676837893" sldId="260"/>
            <ac:grpSpMk id="6" creationId="{00000000-0000-0000-0000-000000000000}"/>
          </ac:grpSpMkLst>
        </pc:grpChg>
        <pc:grpChg chg="add del mod">
          <ac:chgData name="Shruchi Mail" userId="677fbc81e831b633" providerId="LiveId" clId="{DF7FBBB1-E8A7-4C08-9DC1-F10655E8E2B6}" dt="2024-09-25T12:07:18.406" v="330" actId="478"/>
          <ac:grpSpMkLst>
            <pc:docMk/>
            <pc:sldMk cId="1676837893" sldId="260"/>
            <ac:grpSpMk id="7" creationId="{0B3D765B-8817-C080-32E5-7F16A4736C7C}"/>
          </ac:grpSpMkLst>
        </pc:grpChg>
        <pc:grpChg chg="add mod">
          <ac:chgData name="Shruchi Mail" userId="677fbc81e831b633" providerId="LiveId" clId="{DF7FBBB1-E8A7-4C08-9DC1-F10655E8E2B6}" dt="2024-09-25T11:44:43.619" v="89"/>
          <ac:grpSpMkLst>
            <pc:docMk/>
            <pc:sldMk cId="1676837893" sldId="260"/>
            <ac:grpSpMk id="13" creationId="{0B3D765B-8817-C080-32E5-7F16A4736C7C}"/>
          </ac:grpSpMkLst>
        </pc:grpChg>
        <pc:grpChg chg="add mod">
          <ac:chgData name="Shruchi Mail" userId="677fbc81e831b633" providerId="LiveId" clId="{DF7FBBB1-E8A7-4C08-9DC1-F10655E8E2B6}" dt="2024-09-25T12:06:10.184" v="325" actId="1076"/>
          <ac:grpSpMkLst>
            <pc:docMk/>
            <pc:sldMk cId="1676837893" sldId="260"/>
            <ac:grpSpMk id="19" creationId="{C2C0DAF5-23B9-490E-2EF3-8C3E3E9715EE}"/>
          </ac:grpSpMkLst>
        </pc:grpChg>
        <pc:graphicFrameChg chg="add mod topLvl">
          <ac:chgData name="Shruchi Mail" userId="677fbc81e831b633" providerId="LiveId" clId="{DF7FBBB1-E8A7-4C08-9DC1-F10655E8E2B6}" dt="2024-09-25T12:07:26.015" v="331" actId="1076"/>
          <ac:graphicFrameMkLst>
            <pc:docMk/>
            <pc:sldMk cId="1676837893" sldId="260"/>
            <ac:graphicFrameMk id="9" creationId="{79C3048E-984B-47E6-9078-57F65B554863}"/>
          </ac:graphicFrameMkLst>
        </pc:graphicFrameChg>
        <pc:graphicFrameChg chg="add mod">
          <ac:chgData name="Shruchi Mail" userId="677fbc81e831b633" providerId="LiveId" clId="{DF7FBBB1-E8A7-4C08-9DC1-F10655E8E2B6}" dt="2024-09-25T11:44:43.619" v="89"/>
          <ac:graphicFrameMkLst>
            <pc:docMk/>
            <pc:sldMk cId="1676837893" sldId="260"/>
            <ac:graphicFrameMk id="17" creationId="{79C3048E-984B-47E6-9078-57F65B554863}"/>
          </ac:graphicFrameMkLst>
        </pc:graphicFrameChg>
        <pc:graphicFrameChg chg="add mod">
          <ac:chgData name="Shruchi Mail" userId="677fbc81e831b633" providerId="LiveId" clId="{DF7FBBB1-E8A7-4C08-9DC1-F10655E8E2B6}" dt="2024-09-25T12:06:15.937" v="326" actId="1076"/>
          <ac:graphicFrameMkLst>
            <pc:docMk/>
            <pc:sldMk cId="1676837893" sldId="260"/>
            <ac:graphicFrameMk id="21" creationId="{CBE0A954-EA56-40A8-8FA0-B7420EA05DA8}"/>
          </ac:graphicFrameMkLst>
        </pc:graphicFrameChg>
      </pc:sldChg>
      <pc:sldChg chg="delSp modSp mod">
        <pc:chgData name="Shruchi Mail" userId="677fbc81e831b633" providerId="LiveId" clId="{DF7FBBB1-E8A7-4C08-9DC1-F10655E8E2B6}" dt="2024-09-26T06:18:56.399" v="1197" actId="1076"/>
        <pc:sldMkLst>
          <pc:docMk/>
          <pc:sldMk cId="1519777200" sldId="261"/>
        </pc:sldMkLst>
        <pc:spChg chg="mod">
          <ac:chgData name="Shruchi Mail" userId="677fbc81e831b633" providerId="LiveId" clId="{DF7FBBB1-E8A7-4C08-9DC1-F10655E8E2B6}" dt="2024-09-26T06:18:56.399" v="1197" actId="1076"/>
          <ac:spMkLst>
            <pc:docMk/>
            <pc:sldMk cId="1519777200" sldId="261"/>
            <ac:spMk id="6" creationId="{A14112F8-8316-C8B2-17DE-583B97060717}"/>
          </ac:spMkLst>
        </pc:spChg>
        <pc:spChg chg="del">
          <ac:chgData name="Shruchi Mail" userId="677fbc81e831b633" providerId="LiveId" clId="{DF7FBBB1-E8A7-4C08-9DC1-F10655E8E2B6}" dt="2024-09-26T06:10:00.788" v="1176" actId="478"/>
          <ac:spMkLst>
            <pc:docMk/>
            <pc:sldMk cId="1519777200" sldId="261"/>
            <ac:spMk id="20" creationId="{00000000-0000-0000-0000-000000000000}"/>
          </ac:spMkLst>
        </pc:spChg>
        <pc:spChg chg="del">
          <ac:chgData name="Shruchi Mail" userId="677fbc81e831b633" providerId="LiveId" clId="{DF7FBBB1-E8A7-4C08-9DC1-F10655E8E2B6}" dt="2024-09-26T06:10:00.011" v="1175" actId="478"/>
          <ac:spMkLst>
            <pc:docMk/>
            <pc:sldMk cId="1519777200" sldId="261"/>
            <ac:spMk id="21" creationId="{00000000-0000-0000-0000-000000000000}"/>
          </ac:spMkLst>
        </pc:spChg>
        <pc:spChg chg="mod">
          <ac:chgData name="Shruchi Mail" userId="677fbc81e831b633" providerId="LiveId" clId="{DF7FBBB1-E8A7-4C08-9DC1-F10655E8E2B6}" dt="2024-09-25T13:07:05.698" v="916" actId="403"/>
          <ac:spMkLst>
            <pc:docMk/>
            <pc:sldMk cId="1519777200" sldId="261"/>
            <ac:spMk id="83" creationId="{DCD843C5-0DBD-4721-ACAD-288CC256EF82}"/>
          </ac:spMkLst>
        </pc:spChg>
      </pc:sldChg>
      <pc:sldChg chg="del">
        <pc:chgData name="Shruchi Mail" userId="677fbc81e831b633" providerId="LiveId" clId="{DF7FBBB1-E8A7-4C08-9DC1-F10655E8E2B6}" dt="2024-09-25T13:16:44.188" v="1088" actId="47"/>
        <pc:sldMkLst>
          <pc:docMk/>
          <pc:sldMk cId="198162277" sldId="262"/>
        </pc:sldMkLst>
      </pc:sldChg>
      <pc:sldChg chg="del">
        <pc:chgData name="Shruchi Mail" userId="677fbc81e831b633" providerId="LiveId" clId="{DF7FBBB1-E8A7-4C08-9DC1-F10655E8E2B6}" dt="2024-09-25T13:16:45.897" v="1089" actId="47"/>
        <pc:sldMkLst>
          <pc:docMk/>
          <pc:sldMk cId="1727237839" sldId="263"/>
        </pc:sldMkLst>
      </pc:sldChg>
      <pc:sldChg chg="del">
        <pc:chgData name="Shruchi Mail" userId="677fbc81e831b633" providerId="LiveId" clId="{DF7FBBB1-E8A7-4C08-9DC1-F10655E8E2B6}" dt="2024-09-25T13:16:51.465" v="1092" actId="47"/>
        <pc:sldMkLst>
          <pc:docMk/>
          <pc:sldMk cId="2420142894" sldId="267"/>
        </pc:sldMkLst>
      </pc:sldChg>
      <pc:sldChg chg="del">
        <pc:chgData name="Shruchi Mail" userId="677fbc81e831b633" providerId="LiveId" clId="{DF7FBBB1-E8A7-4C08-9DC1-F10655E8E2B6}" dt="2024-09-25T13:16:49.430" v="1091" actId="47"/>
        <pc:sldMkLst>
          <pc:docMk/>
          <pc:sldMk cId="1708956848" sldId="268"/>
        </pc:sldMkLst>
      </pc:sldChg>
      <pc:sldChg chg="del">
        <pc:chgData name="Shruchi Mail" userId="677fbc81e831b633" providerId="LiveId" clId="{DF7FBBB1-E8A7-4C08-9DC1-F10655E8E2B6}" dt="2024-09-25T13:16:47.654" v="1090" actId="47"/>
        <pc:sldMkLst>
          <pc:docMk/>
          <pc:sldMk cId="1221752997" sldId="270"/>
        </pc:sldMkLst>
      </pc:sldChg>
      <pc:sldChg chg="del">
        <pc:chgData name="Shruchi Mail" userId="677fbc81e831b633" providerId="LiveId" clId="{DF7FBBB1-E8A7-4C08-9DC1-F10655E8E2B6}" dt="2024-09-25T13:16:54.816" v="1093" actId="47"/>
        <pc:sldMkLst>
          <pc:docMk/>
          <pc:sldMk cId="3994358870" sldId="271"/>
        </pc:sldMkLst>
      </pc:sldChg>
      <pc:sldChg chg="delSp modSp mod">
        <pc:chgData name="Shruchi Mail" userId="677fbc81e831b633" providerId="LiveId" clId="{DF7FBBB1-E8A7-4C08-9DC1-F10655E8E2B6}" dt="2024-09-26T06:20:26.926" v="1201" actId="20577"/>
        <pc:sldMkLst>
          <pc:docMk/>
          <pc:sldMk cId="3034895051" sldId="272"/>
        </pc:sldMkLst>
        <pc:spChg chg="mod">
          <ac:chgData name="Shruchi Mail" userId="677fbc81e831b633" providerId="LiveId" clId="{DF7FBBB1-E8A7-4C08-9DC1-F10655E8E2B6}" dt="2024-09-25T13:14:22.743" v="1038" actId="1076"/>
          <ac:spMkLst>
            <pc:docMk/>
            <pc:sldMk cId="3034895051" sldId="272"/>
            <ac:spMk id="2" creationId="{B3711CFE-1545-801B-293C-05853D487DBF}"/>
          </ac:spMkLst>
        </pc:spChg>
        <pc:spChg chg="mod">
          <ac:chgData name="Shruchi Mail" userId="677fbc81e831b633" providerId="LiveId" clId="{DF7FBBB1-E8A7-4C08-9DC1-F10655E8E2B6}" dt="2024-09-26T06:20:26.926" v="1201" actId="20577"/>
          <ac:spMkLst>
            <pc:docMk/>
            <pc:sldMk cId="3034895051" sldId="272"/>
            <ac:spMk id="3" creationId="{00000000-0000-0000-0000-000000000000}"/>
          </ac:spMkLst>
        </pc:spChg>
        <pc:spChg chg="del mod">
          <ac:chgData name="Shruchi Mail" userId="677fbc81e831b633" providerId="LiveId" clId="{DF7FBBB1-E8A7-4C08-9DC1-F10655E8E2B6}" dt="2024-09-25T13:09:36.330" v="956" actId="478"/>
          <ac:spMkLst>
            <pc:docMk/>
            <pc:sldMk cId="3034895051" sldId="272"/>
            <ac:spMk id="5" creationId="{D79EF676-83B0-584E-1A2F-FBD9EC5E5908}"/>
          </ac:spMkLst>
        </pc:spChg>
        <pc:grpChg chg="mod">
          <ac:chgData name="Shruchi Mail" userId="677fbc81e831b633" providerId="LiveId" clId="{DF7FBBB1-E8A7-4C08-9DC1-F10655E8E2B6}" dt="2024-09-25T13:07:57.665" v="929" actId="1076"/>
          <ac:grpSpMkLst>
            <pc:docMk/>
            <pc:sldMk cId="3034895051" sldId="272"/>
            <ac:grpSpMk id="13" creationId="{00000000-0000-0000-0000-000000000000}"/>
          </ac:grpSpMkLst>
        </pc:grpChg>
      </pc:sldChg>
      <pc:sldChg chg="addSp delSp modSp mod">
        <pc:chgData name="Shruchi Mail" userId="677fbc81e831b633" providerId="LiveId" clId="{DF7FBBB1-E8A7-4C08-9DC1-F10655E8E2B6}" dt="2024-09-25T12:21:00.052" v="398" actId="207"/>
        <pc:sldMkLst>
          <pc:docMk/>
          <pc:sldMk cId="544024434" sldId="274"/>
        </pc:sldMkLst>
        <pc:spChg chg="del mod">
          <ac:chgData name="Shruchi Mail" userId="677fbc81e831b633" providerId="LiveId" clId="{DF7FBBB1-E8A7-4C08-9DC1-F10655E8E2B6}" dt="2024-09-25T12:05:09.185" v="316" actId="478"/>
          <ac:spMkLst>
            <pc:docMk/>
            <pc:sldMk cId="544024434" sldId="274"/>
            <ac:spMk id="4" creationId="{05B53CBD-024C-7A9A-8BE0-46ECF613DB9B}"/>
          </ac:spMkLst>
        </pc:spChg>
        <pc:spChg chg="mod">
          <ac:chgData name="Shruchi Mail" userId="677fbc81e831b633" providerId="LiveId" clId="{DF7FBBB1-E8A7-4C08-9DC1-F10655E8E2B6}" dt="2024-09-25T12:21:00.052" v="398" actId="207"/>
          <ac:spMkLst>
            <pc:docMk/>
            <pc:sldMk cId="544024434" sldId="274"/>
            <ac:spMk id="6" creationId="{A79EED3B-1697-BBDA-7870-DA404EB98CC7}"/>
          </ac:spMkLst>
        </pc:spChg>
        <pc:spChg chg="del mod">
          <ac:chgData name="Shruchi Mail" userId="677fbc81e831b633" providerId="LiveId" clId="{DF7FBBB1-E8A7-4C08-9DC1-F10655E8E2B6}" dt="2024-09-25T11:38:17.102" v="50" actId="21"/>
          <ac:spMkLst>
            <pc:docMk/>
            <pc:sldMk cId="544024434" sldId="274"/>
            <ac:spMk id="7" creationId="{FD404F35-0F4A-1EAC-B795-5C558D4C79F1}"/>
          </ac:spMkLst>
        </pc:spChg>
        <pc:spChg chg="mod">
          <ac:chgData name="Shruchi Mail" userId="677fbc81e831b633" providerId="LiveId" clId="{DF7FBBB1-E8A7-4C08-9DC1-F10655E8E2B6}" dt="2024-09-25T12:20:51.393" v="397" actId="207"/>
          <ac:spMkLst>
            <pc:docMk/>
            <pc:sldMk cId="544024434" sldId="274"/>
            <ac:spMk id="11" creationId="{5294479C-E2D6-9A22-B971-C1546B4AD3E2}"/>
          </ac:spMkLst>
        </pc:spChg>
        <pc:spChg chg="del mod">
          <ac:chgData name="Shruchi Mail" userId="677fbc81e831b633" providerId="LiveId" clId="{DF7FBBB1-E8A7-4C08-9DC1-F10655E8E2B6}" dt="2024-09-25T11:39:27.237" v="62" actId="21"/>
          <ac:spMkLst>
            <pc:docMk/>
            <pc:sldMk cId="544024434" sldId="274"/>
            <ac:spMk id="13" creationId="{3DD88364-6F66-5FAE-251F-AC3FC3480CCF}"/>
          </ac:spMkLst>
        </pc:spChg>
        <pc:spChg chg="add mod">
          <ac:chgData name="Shruchi Mail" userId="677fbc81e831b633" providerId="LiveId" clId="{DF7FBBB1-E8A7-4C08-9DC1-F10655E8E2B6}" dt="2024-09-25T12:19:21.332" v="385" actId="1036"/>
          <ac:spMkLst>
            <pc:docMk/>
            <pc:sldMk cId="544024434" sldId="274"/>
            <ac:spMk id="15" creationId="{1CD37B4B-5CF3-4777-0CB6-6CB1D7E09C28}"/>
          </ac:spMkLst>
        </pc:spChg>
        <pc:spChg chg="add mod">
          <ac:chgData name="Shruchi Mail" userId="677fbc81e831b633" providerId="LiveId" clId="{DF7FBBB1-E8A7-4C08-9DC1-F10655E8E2B6}" dt="2024-09-25T12:10:14.884" v="352" actId="207"/>
          <ac:spMkLst>
            <pc:docMk/>
            <pc:sldMk cId="544024434" sldId="274"/>
            <ac:spMk id="16" creationId="{FD404F35-0F4A-1EAC-B795-5C558D4C79F1}"/>
          </ac:spMkLst>
        </pc:spChg>
        <pc:spChg chg="add mod">
          <ac:chgData name="Shruchi Mail" userId="677fbc81e831b633" providerId="LiveId" clId="{DF7FBBB1-E8A7-4C08-9DC1-F10655E8E2B6}" dt="2024-09-25T12:08:43.155" v="337" actId="207"/>
          <ac:spMkLst>
            <pc:docMk/>
            <pc:sldMk cId="544024434" sldId="274"/>
            <ac:spMk id="17" creationId="{639E38E2-482B-2BA8-7062-A63328642191}"/>
          </ac:spMkLst>
        </pc:spChg>
        <pc:spChg chg="add mod">
          <ac:chgData name="Shruchi Mail" userId="677fbc81e831b633" providerId="LiveId" clId="{DF7FBBB1-E8A7-4C08-9DC1-F10655E8E2B6}" dt="2024-09-25T12:10:54.809" v="357" actId="207"/>
          <ac:spMkLst>
            <pc:docMk/>
            <pc:sldMk cId="544024434" sldId="274"/>
            <ac:spMk id="18" creationId="{3DD88364-6F66-5FAE-251F-AC3FC3480CCF}"/>
          </ac:spMkLst>
        </pc:spChg>
        <pc:grpChg chg="mod">
          <ac:chgData name="Shruchi Mail" userId="677fbc81e831b633" providerId="LiveId" clId="{DF7FBBB1-E8A7-4C08-9DC1-F10655E8E2B6}" dt="2024-09-25T12:05:19.447" v="317" actId="1076"/>
          <ac:grpSpMkLst>
            <pc:docMk/>
            <pc:sldMk cId="544024434" sldId="274"/>
            <ac:grpSpMk id="3" creationId="{F5CD8DF0-236F-53A8-77D4-1B7490966B82}"/>
          </ac:grpSpMkLst>
        </pc:grpChg>
        <pc:grpChg chg="del mod">
          <ac:chgData name="Shruchi Mail" userId="677fbc81e831b633" providerId="LiveId" clId="{DF7FBBB1-E8A7-4C08-9DC1-F10655E8E2B6}" dt="2024-09-25T12:03:45.968" v="312" actId="478"/>
          <ac:grpSpMkLst>
            <pc:docMk/>
            <pc:sldMk cId="544024434" sldId="274"/>
            <ac:grpSpMk id="8" creationId="{C2DA35B5-AA36-FDA1-EED6-90D7DCC433D5}"/>
          </ac:grpSpMkLst>
        </pc:grpChg>
        <pc:graphicFrameChg chg="mod">
          <ac:chgData name="Shruchi Mail" userId="677fbc81e831b633" providerId="LiveId" clId="{DF7FBBB1-E8A7-4C08-9DC1-F10655E8E2B6}" dt="2024-09-25T11:36:08.936" v="41" actId="1076"/>
          <ac:graphicFrameMkLst>
            <pc:docMk/>
            <pc:sldMk cId="544024434" sldId="274"/>
            <ac:graphicFrameMk id="5" creationId="{482712C4-EB9F-4B67-BD33-CDDD42965A3A}"/>
          </ac:graphicFrameMkLst>
        </pc:graphicFrameChg>
        <pc:graphicFrameChg chg="mod">
          <ac:chgData name="Shruchi Mail" userId="677fbc81e831b633" providerId="LiveId" clId="{DF7FBBB1-E8A7-4C08-9DC1-F10655E8E2B6}" dt="2024-09-25T11:36:50.390" v="43"/>
          <ac:graphicFrameMkLst>
            <pc:docMk/>
            <pc:sldMk cId="544024434" sldId="274"/>
            <ac:graphicFrameMk id="10" creationId="{F31AE397-6FC3-4239-AA55-62DBFB82B149}"/>
          </ac:graphicFrameMkLst>
        </pc:graphicFrameChg>
        <pc:graphicFrameChg chg="add mod">
          <ac:chgData name="Shruchi Mail" userId="677fbc81e831b633" providerId="LiveId" clId="{DF7FBBB1-E8A7-4C08-9DC1-F10655E8E2B6}" dt="2024-09-25T12:03:54.636" v="313" actId="1076"/>
          <ac:graphicFrameMkLst>
            <pc:docMk/>
            <pc:sldMk cId="544024434" sldId="274"/>
            <ac:graphicFrameMk id="19" creationId="{F2B59F2D-2DDE-458C-8497-4246C9C84E02}"/>
          </ac:graphicFrameMkLst>
        </pc:graphicFrameChg>
      </pc:sldChg>
      <pc:sldChg chg="del ord">
        <pc:chgData name="Shruchi Mail" userId="677fbc81e831b633" providerId="LiveId" clId="{DF7FBBB1-E8A7-4C08-9DC1-F10655E8E2B6}" dt="2024-09-25T13:16:26.445" v="1087" actId="47"/>
        <pc:sldMkLst>
          <pc:docMk/>
          <pc:sldMk cId="3900875626" sldId="275"/>
        </pc:sldMkLst>
      </pc:sldChg>
      <pc:sldChg chg="addSp delSp modSp new mod ord">
        <pc:chgData name="Shruchi Mail" userId="677fbc81e831b633" providerId="LiveId" clId="{DF7FBBB1-E8A7-4C08-9DC1-F10655E8E2B6}" dt="2024-09-26T06:22:56.223" v="1203"/>
        <pc:sldMkLst>
          <pc:docMk/>
          <pc:sldMk cId="258307289" sldId="276"/>
        </pc:sldMkLst>
        <pc:spChg chg="del">
          <ac:chgData name="Shruchi Mail" userId="677fbc81e831b633" providerId="LiveId" clId="{DF7FBBB1-E8A7-4C08-9DC1-F10655E8E2B6}" dt="2024-09-25T11:58:55.509" v="293" actId="478"/>
          <ac:spMkLst>
            <pc:docMk/>
            <pc:sldMk cId="258307289" sldId="276"/>
            <ac:spMk id="2" creationId="{D36ACB89-DEE1-B466-6730-B6D956ECDD74}"/>
          </ac:spMkLst>
        </pc:spChg>
        <pc:spChg chg="add del mod">
          <ac:chgData name="Shruchi Mail" userId="677fbc81e831b633" providerId="LiveId" clId="{DF7FBBB1-E8A7-4C08-9DC1-F10655E8E2B6}" dt="2024-09-25T12:19:32.429" v="388" actId="21"/>
          <ac:spMkLst>
            <pc:docMk/>
            <pc:sldMk cId="258307289" sldId="276"/>
            <ac:spMk id="6" creationId="{7AA1A729-8BFA-0FE2-7B4C-EE9EBB857631}"/>
          </ac:spMkLst>
        </pc:spChg>
        <pc:spChg chg="add mod">
          <ac:chgData name="Shruchi Mail" userId="677fbc81e831b633" providerId="LiveId" clId="{DF7FBBB1-E8A7-4C08-9DC1-F10655E8E2B6}" dt="2024-09-25T12:19:27.373" v="386"/>
          <ac:spMkLst>
            <pc:docMk/>
            <pc:sldMk cId="258307289" sldId="276"/>
            <ac:spMk id="7" creationId="{6E02F97C-5028-7A95-2333-7ED90F43F1A0}"/>
          </ac:spMkLst>
        </pc:spChg>
        <pc:spChg chg="add mod">
          <ac:chgData name="Shruchi Mail" userId="677fbc81e831b633" providerId="LiveId" clId="{DF7FBBB1-E8A7-4C08-9DC1-F10655E8E2B6}" dt="2024-09-25T12:29:03.226" v="449" actId="207"/>
          <ac:spMkLst>
            <pc:docMk/>
            <pc:sldMk cId="258307289" sldId="276"/>
            <ac:spMk id="8" creationId="{7AA1A729-8BFA-0FE2-7B4C-EE9EBB857631}"/>
          </ac:spMkLst>
        </pc:spChg>
        <pc:spChg chg="add mod">
          <ac:chgData name="Shruchi Mail" userId="677fbc81e831b633" providerId="LiveId" clId="{DF7FBBB1-E8A7-4C08-9DC1-F10655E8E2B6}" dt="2024-09-25T12:21:51.833" v="404" actId="207"/>
          <ac:spMkLst>
            <pc:docMk/>
            <pc:sldMk cId="258307289" sldId="276"/>
            <ac:spMk id="9" creationId="{F5ACF467-A75D-F2CE-595E-82C5BC5EB77A}"/>
          </ac:spMkLst>
        </pc:spChg>
        <pc:spChg chg="add del mod topLvl">
          <ac:chgData name="Shruchi Mail" userId="677fbc81e831b633" providerId="LiveId" clId="{DF7FBBB1-E8A7-4C08-9DC1-F10655E8E2B6}" dt="2024-09-25T12:22:37.503" v="408" actId="478"/>
          <ac:spMkLst>
            <pc:docMk/>
            <pc:sldMk cId="258307289" sldId="276"/>
            <ac:spMk id="11" creationId="{6BFB251A-332D-E159-C299-FF7741C60501}"/>
          </ac:spMkLst>
        </pc:spChg>
        <pc:spChg chg="add mod">
          <ac:chgData name="Shruchi Mail" userId="677fbc81e831b633" providerId="LiveId" clId="{DF7FBBB1-E8A7-4C08-9DC1-F10655E8E2B6}" dt="2024-09-25T12:25:43.220" v="417" actId="1076"/>
          <ac:spMkLst>
            <pc:docMk/>
            <pc:sldMk cId="258307289" sldId="276"/>
            <ac:spMk id="13" creationId="{559F1FDF-E91B-2064-3C09-A76E7EF217AE}"/>
          </ac:spMkLst>
        </pc:spChg>
        <pc:spChg chg="add mod">
          <ac:chgData name="Shruchi Mail" userId="677fbc81e831b633" providerId="LiveId" clId="{DF7FBBB1-E8A7-4C08-9DC1-F10655E8E2B6}" dt="2024-09-25T12:25:44.111" v="418"/>
          <ac:spMkLst>
            <pc:docMk/>
            <pc:sldMk cId="258307289" sldId="276"/>
            <ac:spMk id="14" creationId="{5A0E129D-EA74-BB7B-B06A-7226C32463E0}"/>
          </ac:spMkLst>
        </pc:spChg>
        <pc:spChg chg="add mod">
          <ac:chgData name="Shruchi Mail" userId="677fbc81e831b633" providerId="LiveId" clId="{DF7FBBB1-E8A7-4C08-9DC1-F10655E8E2B6}" dt="2024-09-25T12:28:41.590" v="448" actId="207"/>
          <ac:spMkLst>
            <pc:docMk/>
            <pc:sldMk cId="258307289" sldId="276"/>
            <ac:spMk id="15" creationId="{28BA19AB-BDD0-CDA0-AF92-594461D275AB}"/>
          </ac:spMkLst>
        </pc:spChg>
        <pc:grpChg chg="add del mod">
          <ac:chgData name="Shruchi Mail" userId="677fbc81e831b633" providerId="LiveId" clId="{DF7FBBB1-E8A7-4C08-9DC1-F10655E8E2B6}" dt="2024-09-25T12:22:37.503" v="408" actId="478"/>
          <ac:grpSpMkLst>
            <pc:docMk/>
            <pc:sldMk cId="258307289" sldId="276"/>
            <ac:grpSpMk id="10" creationId="{FD94EED2-17F8-A245-5564-94C9108A320F}"/>
          </ac:grpSpMkLst>
        </pc:grpChg>
        <pc:graphicFrameChg chg="add mod">
          <ac:chgData name="Shruchi Mail" userId="677fbc81e831b633" providerId="LiveId" clId="{DF7FBBB1-E8A7-4C08-9DC1-F10655E8E2B6}" dt="2024-09-25T12:15:40.742" v="363"/>
          <ac:graphicFrameMkLst>
            <pc:docMk/>
            <pc:sldMk cId="258307289" sldId="276"/>
            <ac:graphicFrameMk id="3" creationId="{49229E31-1062-40C6-8AD7-0AE50F65EC84}"/>
          </ac:graphicFrameMkLst>
        </pc:graphicFrameChg>
        <pc:graphicFrameChg chg="add mod topLvl modGraphic">
          <ac:chgData name="Shruchi Mail" userId="677fbc81e831b633" providerId="LiveId" clId="{DF7FBBB1-E8A7-4C08-9DC1-F10655E8E2B6}" dt="2024-09-25T12:24:24.626" v="415"/>
          <ac:graphicFrameMkLst>
            <pc:docMk/>
            <pc:sldMk cId="258307289" sldId="276"/>
            <ac:graphicFrameMk id="12" creationId="{733454AB-DD2E-480E-8B37-B58EBA06A019}"/>
          </ac:graphicFrameMkLst>
        </pc:graphicFrameChg>
        <pc:picChg chg="add mod">
          <ac:chgData name="Shruchi Mail" userId="677fbc81e831b633" providerId="LiveId" clId="{DF7FBBB1-E8A7-4C08-9DC1-F10655E8E2B6}" dt="2024-09-25T12:15:35.957" v="362" actId="1076"/>
          <ac:picMkLst>
            <pc:docMk/>
            <pc:sldMk cId="258307289" sldId="276"/>
            <ac:picMk id="5" creationId="{3B636842-8134-1BE1-1908-FDB85EED6541}"/>
          </ac:picMkLst>
        </pc:picChg>
      </pc:sldChg>
      <pc:sldChg chg="addSp delSp modSp new mod">
        <pc:chgData name="Shruchi Mail" userId="677fbc81e831b633" providerId="LiveId" clId="{DF7FBBB1-E8A7-4C08-9DC1-F10655E8E2B6}" dt="2024-09-25T13:18:24.811" v="1124" actId="1076"/>
        <pc:sldMkLst>
          <pc:docMk/>
          <pc:sldMk cId="1549588500" sldId="277"/>
        </pc:sldMkLst>
        <pc:spChg chg="add del mod">
          <ac:chgData name="Shruchi Mail" userId="677fbc81e831b633" providerId="LiveId" clId="{DF7FBBB1-E8A7-4C08-9DC1-F10655E8E2B6}" dt="2024-09-25T12:33:50.008" v="471" actId="478"/>
          <ac:spMkLst>
            <pc:docMk/>
            <pc:sldMk cId="1549588500" sldId="277"/>
            <ac:spMk id="2" creationId="{754233A2-C2D2-FFC5-A5B3-BD45A2F6F953}"/>
          </ac:spMkLst>
        </pc:spChg>
        <pc:spChg chg="add del mod">
          <ac:chgData name="Shruchi Mail" userId="677fbc81e831b633" providerId="LiveId" clId="{DF7FBBB1-E8A7-4C08-9DC1-F10655E8E2B6}" dt="2024-09-25T12:32:52.980" v="464" actId="11529"/>
          <ac:spMkLst>
            <pc:docMk/>
            <pc:sldMk cId="1549588500" sldId="277"/>
            <ac:spMk id="3" creationId="{296B69F8-B173-931C-C78E-84ADC51EEF07}"/>
          </ac:spMkLst>
        </pc:spChg>
        <pc:spChg chg="add mod">
          <ac:chgData name="Shruchi Mail" userId="677fbc81e831b633" providerId="LiveId" clId="{DF7FBBB1-E8A7-4C08-9DC1-F10655E8E2B6}" dt="2024-09-25T13:17:14.441" v="1095" actId="14100"/>
          <ac:spMkLst>
            <pc:docMk/>
            <pc:sldMk cId="1549588500" sldId="277"/>
            <ac:spMk id="4" creationId="{18C85655-B1AA-C56B-EDF5-DB567BE5C392}"/>
          </ac:spMkLst>
        </pc:spChg>
        <pc:spChg chg="add del mod">
          <ac:chgData name="Shruchi Mail" userId="677fbc81e831b633" providerId="LiveId" clId="{DF7FBBB1-E8A7-4C08-9DC1-F10655E8E2B6}" dt="2024-09-25T13:17:03.226" v="1094" actId="478"/>
          <ac:spMkLst>
            <pc:docMk/>
            <pc:sldMk cId="1549588500" sldId="277"/>
            <ac:spMk id="5" creationId="{D66100BE-EC04-4D3F-A5C8-B6F522F37023}"/>
          </ac:spMkLst>
        </pc:spChg>
        <pc:spChg chg="add del mod">
          <ac:chgData name="Shruchi Mail" userId="677fbc81e831b633" providerId="LiveId" clId="{DF7FBBB1-E8A7-4C08-9DC1-F10655E8E2B6}" dt="2024-09-25T12:36:25.586" v="515" actId="478"/>
          <ac:spMkLst>
            <pc:docMk/>
            <pc:sldMk cId="1549588500" sldId="277"/>
            <ac:spMk id="6" creationId="{25D61A7D-78EE-9E78-ED47-6A2617E06EF1}"/>
          </ac:spMkLst>
        </pc:spChg>
        <pc:spChg chg="add del">
          <ac:chgData name="Shruchi Mail" userId="677fbc81e831b633" providerId="LiveId" clId="{DF7FBBB1-E8A7-4C08-9DC1-F10655E8E2B6}" dt="2024-09-25T12:36:25.586" v="515" actId="478"/>
          <ac:spMkLst>
            <pc:docMk/>
            <pc:sldMk cId="1549588500" sldId="277"/>
            <ac:spMk id="7" creationId="{88FED312-837D-9361-FFE1-C5D626B0870F}"/>
          </ac:spMkLst>
        </pc:spChg>
        <pc:spChg chg="add del mod">
          <ac:chgData name="Shruchi Mail" userId="677fbc81e831b633" providerId="LiveId" clId="{DF7FBBB1-E8A7-4C08-9DC1-F10655E8E2B6}" dt="2024-09-25T12:46:09.442" v="644" actId="21"/>
          <ac:spMkLst>
            <pc:docMk/>
            <pc:sldMk cId="1549588500" sldId="277"/>
            <ac:spMk id="8" creationId="{640A7BC6-0980-BCA7-428F-69D6BE4CAEA9}"/>
          </ac:spMkLst>
        </pc:spChg>
        <pc:spChg chg="add del mod">
          <ac:chgData name="Shruchi Mail" userId="677fbc81e831b633" providerId="LiveId" clId="{DF7FBBB1-E8A7-4C08-9DC1-F10655E8E2B6}" dt="2024-09-25T13:17:18.771" v="1096" actId="478"/>
          <ac:spMkLst>
            <pc:docMk/>
            <pc:sldMk cId="1549588500" sldId="277"/>
            <ac:spMk id="9" creationId="{5A619D50-85D4-4412-FB8F-74984BF5CA51}"/>
          </ac:spMkLst>
        </pc:spChg>
        <pc:spChg chg="add del mod">
          <ac:chgData name="Shruchi Mail" userId="677fbc81e831b633" providerId="LiveId" clId="{DF7FBBB1-E8A7-4C08-9DC1-F10655E8E2B6}" dt="2024-09-25T12:46:12.756" v="646" actId="21"/>
          <ac:spMkLst>
            <pc:docMk/>
            <pc:sldMk cId="1549588500" sldId="277"/>
            <ac:spMk id="11" creationId="{640A7BC6-0980-BCA7-428F-69D6BE4CAEA9}"/>
          </ac:spMkLst>
        </pc:spChg>
        <pc:spChg chg="add mod">
          <ac:chgData name="Shruchi Mail" userId="677fbc81e831b633" providerId="LiveId" clId="{DF7FBBB1-E8A7-4C08-9DC1-F10655E8E2B6}" dt="2024-09-25T12:47:10.987" v="777"/>
          <ac:spMkLst>
            <pc:docMk/>
            <pc:sldMk cId="1549588500" sldId="277"/>
            <ac:spMk id="12" creationId="{640A7BC6-0980-BCA7-428F-69D6BE4CAEA9}"/>
          </ac:spMkLst>
        </pc:spChg>
        <pc:spChg chg="add mod">
          <ac:chgData name="Shruchi Mail" userId="677fbc81e831b633" providerId="LiveId" clId="{DF7FBBB1-E8A7-4C08-9DC1-F10655E8E2B6}" dt="2024-09-25T12:49:05.133" v="788" actId="207"/>
          <ac:spMkLst>
            <pc:docMk/>
            <pc:sldMk cId="1549588500" sldId="277"/>
            <ac:spMk id="13" creationId="{01CB0175-54BF-E34A-1C83-00B0F9232272}"/>
          </ac:spMkLst>
        </pc:spChg>
        <pc:spChg chg="add mod">
          <ac:chgData name="Shruchi Mail" userId="677fbc81e831b633" providerId="LiveId" clId="{DF7FBBB1-E8A7-4C08-9DC1-F10655E8E2B6}" dt="2024-09-25T13:18:24.811" v="1124" actId="1076"/>
          <ac:spMkLst>
            <pc:docMk/>
            <pc:sldMk cId="1549588500" sldId="277"/>
            <ac:spMk id="14" creationId="{0D9A8228-647A-1A02-10E8-BF3BA400193D}"/>
          </ac:spMkLst>
        </pc:spChg>
        <pc:picChg chg="add mod ord">
          <ac:chgData name="Shruchi Mail" userId="677fbc81e831b633" providerId="LiveId" clId="{DF7FBBB1-E8A7-4C08-9DC1-F10655E8E2B6}" dt="2024-09-25T12:49:17.110" v="791" actId="29295"/>
          <ac:picMkLst>
            <pc:docMk/>
            <pc:sldMk cId="1549588500" sldId="277"/>
            <ac:picMk id="10" creationId="{B7DC9424-7B62-FF2C-5F55-2EEF4C5A33DC}"/>
          </ac:picMkLst>
        </pc:picChg>
      </pc:sldChg>
      <pc:sldChg chg="addSp delSp modSp new mod ord">
        <pc:chgData name="Shruchi Mail" userId="677fbc81e831b633" providerId="LiveId" clId="{DF7FBBB1-E8A7-4C08-9DC1-F10655E8E2B6}" dt="2024-09-26T06:24:31.289" v="1207"/>
        <pc:sldMkLst>
          <pc:docMk/>
          <pc:sldMk cId="112588226" sldId="278"/>
        </pc:sldMkLst>
        <pc:spChg chg="del">
          <ac:chgData name="Shruchi Mail" userId="677fbc81e831b633" providerId="LiveId" clId="{DF7FBBB1-E8A7-4C08-9DC1-F10655E8E2B6}" dt="2024-09-25T12:49:45.357" v="793" actId="478"/>
          <ac:spMkLst>
            <pc:docMk/>
            <pc:sldMk cId="112588226" sldId="278"/>
            <ac:spMk id="2" creationId="{C3F26623-1FF5-56F9-D9E4-8E9D85B364B9}"/>
          </ac:spMkLst>
        </pc:spChg>
        <pc:spChg chg="add mod">
          <ac:chgData name="Shruchi Mail" userId="677fbc81e831b633" providerId="LiveId" clId="{DF7FBBB1-E8A7-4C08-9DC1-F10655E8E2B6}" dt="2024-09-25T13:00:38.886" v="877" actId="208"/>
          <ac:spMkLst>
            <pc:docMk/>
            <pc:sldMk cId="112588226" sldId="278"/>
            <ac:spMk id="4" creationId="{D80BDA5D-C8AD-7658-D059-A9F1C11B692B}"/>
          </ac:spMkLst>
        </pc:spChg>
        <pc:spChg chg="add mod">
          <ac:chgData name="Shruchi Mail" userId="677fbc81e831b633" providerId="LiveId" clId="{DF7FBBB1-E8A7-4C08-9DC1-F10655E8E2B6}" dt="2024-09-26T06:03:46.671" v="1173" actId="2711"/>
          <ac:spMkLst>
            <pc:docMk/>
            <pc:sldMk cId="112588226" sldId="278"/>
            <ac:spMk id="5" creationId="{16D94FD8-478C-F92B-998E-C6DD70548C3F}"/>
          </ac:spMkLst>
        </pc:spChg>
        <pc:spChg chg="add mod">
          <ac:chgData name="Shruchi Mail" userId="677fbc81e831b633" providerId="LiveId" clId="{DF7FBBB1-E8A7-4C08-9DC1-F10655E8E2B6}" dt="2024-09-25T12:52:40.536" v="807" actId="404"/>
          <ac:spMkLst>
            <pc:docMk/>
            <pc:sldMk cId="112588226" sldId="278"/>
            <ac:spMk id="6" creationId="{CB04EA1C-C204-AF11-F89D-C4403C27AF46}"/>
          </ac:spMkLst>
        </pc:spChg>
        <pc:spChg chg="add mod">
          <ac:chgData name="Shruchi Mail" userId="677fbc81e831b633" providerId="LiveId" clId="{DF7FBBB1-E8A7-4C08-9DC1-F10655E8E2B6}" dt="2024-09-25T12:55:28.682" v="829" actId="1076"/>
          <ac:spMkLst>
            <pc:docMk/>
            <pc:sldMk cId="112588226" sldId="278"/>
            <ac:spMk id="8" creationId="{FC2C57F3-5826-DD8A-3AB5-9E310D231C30}"/>
          </ac:spMkLst>
        </pc:spChg>
        <pc:spChg chg="add mod">
          <ac:chgData name="Shruchi Mail" userId="677fbc81e831b633" providerId="LiveId" clId="{DF7FBBB1-E8A7-4C08-9DC1-F10655E8E2B6}" dt="2024-09-25T12:54:24.547" v="813"/>
          <ac:spMkLst>
            <pc:docMk/>
            <pc:sldMk cId="112588226" sldId="278"/>
            <ac:spMk id="9" creationId="{268E6F20-C6A8-AE17-ACD4-F1C4A44526A1}"/>
          </ac:spMkLst>
        </pc:spChg>
        <pc:spChg chg="add mod">
          <ac:chgData name="Shruchi Mail" userId="677fbc81e831b633" providerId="LiveId" clId="{DF7FBBB1-E8A7-4C08-9DC1-F10655E8E2B6}" dt="2024-09-25T12:54:24.547" v="813"/>
          <ac:spMkLst>
            <pc:docMk/>
            <pc:sldMk cId="112588226" sldId="278"/>
            <ac:spMk id="10" creationId="{096DC335-D938-4EEE-B65C-088F2059484F}"/>
          </ac:spMkLst>
        </pc:spChg>
        <pc:spChg chg="add mod">
          <ac:chgData name="Shruchi Mail" userId="677fbc81e831b633" providerId="LiveId" clId="{DF7FBBB1-E8A7-4C08-9DC1-F10655E8E2B6}" dt="2024-09-25T12:54:36.156" v="814"/>
          <ac:spMkLst>
            <pc:docMk/>
            <pc:sldMk cId="112588226" sldId="278"/>
            <ac:spMk id="12" creationId="{F8E63196-F474-4AD2-A662-CD9E8C862C87}"/>
          </ac:spMkLst>
        </pc:spChg>
        <pc:spChg chg="add mod">
          <ac:chgData name="Shruchi Mail" userId="677fbc81e831b633" providerId="LiveId" clId="{DF7FBBB1-E8A7-4C08-9DC1-F10655E8E2B6}" dt="2024-09-25T12:54:36.156" v="814"/>
          <ac:spMkLst>
            <pc:docMk/>
            <pc:sldMk cId="112588226" sldId="278"/>
            <ac:spMk id="13" creationId="{4B68D676-ADD2-4191-BDE0-CC489E036C4E}"/>
          </ac:spMkLst>
        </pc:spChg>
        <pc:spChg chg="add mod">
          <ac:chgData name="Shruchi Mail" userId="677fbc81e831b633" providerId="LiveId" clId="{DF7FBBB1-E8A7-4C08-9DC1-F10655E8E2B6}" dt="2024-09-25T12:59:31.044" v="873" actId="2711"/>
          <ac:spMkLst>
            <pc:docMk/>
            <pc:sldMk cId="112588226" sldId="278"/>
            <ac:spMk id="14" creationId="{D384EA5B-2E06-4025-A43A-7C76FA4679C0}"/>
          </ac:spMkLst>
        </pc:spChg>
        <pc:spChg chg="add mod">
          <ac:chgData name="Shruchi Mail" userId="677fbc81e831b633" providerId="LiveId" clId="{DF7FBBB1-E8A7-4C08-9DC1-F10655E8E2B6}" dt="2024-09-25T12:55:20.564" v="826"/>
          <ac:spMkLst>
            <pc:docMk/>
            <pc:sldMk cId="112588226" sldId="278"/>
            <ac:spMk id="16" creationId="{4D5DBE71-106A-06C6-AC2B-25698C5E7936}"/>
          </ac:spMkLst>
        </pc:spChg>
        <pc:spChg chg="add mod">
          <ac:chgData name="Shruchi Mail" userId="677fbc81e831b633" providerId="LiveId" clId="{DF7FBBB1-E8A7-4C08-9DC1-F10655E8E2B6}" dt="2024-09-25T12:55:20.564" v="826"/>
          <ac:spMkLst>
            <pc:docMk/>
            <pc:sldMk cId="112588226" sldId="278"/>
            <ac:spMk id="17" creationId="{CAEF2709-6343-4468-8664-D58E20EA35F6}"/>
          </ac:spMkLst>
        </pc:spChg>
        <pc:spChg chg="add mod">
          <ac:chgData name="Shruchi Mail" userId="677fbc81e831b633" providerId="LiveId" clId="{DF7FBBB1-E8A7-4C08-9DC1-F10655E8E2B6}" dt="2024-09-25T12:55:20.564" v="826"/>
          <ac:spMkLst>
            <pc:docMk/>
            <pc:sldMk cId="112588226" sldId="278"/>
            <ac:spMk id="18" creationId="{963B6E6E-E081-4B94-AE02-34386C03283E}"/>
          </ac:spMkLst>
        </pc:spChg>
        <pc:spChg chg="add mod">
          <ac:chgData name="Shruchi Mail" userId="677fbc81e831b633" providerId="LiveId" clId="{DF7FBBB1-E8A7-4C08-9DC1-F10655E8E2B6}" dt="2024-09-25T12:55:19.824" v="825"/>
          <ac:spMkLst>
            <pc:docMk/>
            <pc:sldMk cId="112588226" sldId="278"/>
            <ac:spMk id="20" creationId="{C90F94E8-56A2-2845-E430-18E04207B659}"/>
          </ac:spMkLst>
        </pc:spChg>
        <pc:spChg chg="add mod">
          <ac:chgData name="Shruchi Mail" userId="677fbc81e831b633" providerId="LiveId" clId="{DF7FBBB1-E8A7-4C08-9DC1-F10655E8E2B6}" dt="2024-09-25T12:55:19.824" v="825"/>
          <ac:spMkLst>
            <pc:docMk/>
            <pc:sldMk cId="112588226" sldId="278"/>
            <ac:spMk id="21" creationId="{C5B1E226-CC58-45D7-96F3-5F61C9815EFF}"/>
          </ac:spMkLst>
        </pc:spChg>
        <pc:spChg chg="add mod">
          <ac:chgData name="Shruchi Mail" userId="677fbc81e831b633" providerId="LiveId" clId="{DF7FBBB1-E8A7-4C08-9DC1-F10655E8E2B6}" dt="2024-09-25T12:55:19.824" v="825"/>
          <ac:spMkLst>
            <pc:docMk/>
            <pc:sldMk cId="112588226" sldId="278"/>
            <ac:spMk id="22" creationId="{6A4B9A92-DDFF-FEFD-7E69-A7A1BB72E619}"/>
          </ac:spMkLst>
        </pc:spChg>
        <pc:spChg chg="add mod">
          <ac:chgData name="Shruchi Mail" userId="677fbc81e831b633" providerId="LiveId" clId="{DF7FBBB1-E8A7-4C08-9DC1-F10655E8E2B6}" dt="2024-09-25T12:55:19.288" v="824"/>
          <ac:spMkLst>
            <pc:docMk/>
            <pc:sldMk cId="112588226" sldId="278"/>
            <ac:spMk id="24" creationId="{EF1F399D-7C55-8C58-3CDE-A15F1295EE16}"/>
          </ac:spMkLst>
        </pc:spChg>
        <pc:spChg chg="add mod">
          <ac:chgData name="Shruchi Mail" userId="677fbc81e831b633" providerId="LiveId" clId="{DF7FBBB1-E8A7-4C08-9DC1-F10655E8E2B6}" dt="2024-09-25T12:55:19.288" v="824"/>
          <ac:spMkLst>
            <pc:docMk/>
            <pc:sldMk cId="112588226" sldId="278"/>
            <ac:spMk id="25" creationId="{FAD3095D-E2CB-4DF2-959C-481B8B7F8E11}"/>
          </ac:spMkLst>
        </pc:spChg>
        <pc:spChg chg="add mod">
          <ac:chgData name="Shruchi Mail" userId="677fbc81e831b633" providerId="LiveId" clId="{DF7FBBB1-E8A7-4C08-9DC1-F10655E8E2B6}" dt="2024-09-25T12:55:19.288" v="824"/>
          <ac:spMkLst>
            <pc:docMk/>
            <pc:sldMk cId="112588226" sldId="278"/>
            <ac:spMk id="26" creationId="{84E6853F-C5AE-4C6B-B38C-3CB67DC847CF}"/>
          </ac:spMkLst>
        </pc:spChg>
        <pc:spChg chg="add mod">
          <ac:chgData name="Shruchi Mail" userId="677fbc81e831b633" providerId="LiveId" clId="{DF7FBBB1-E8A7-4C08-9DC1-F10655E8E2B6}" dt="2024-09-25T12:55:50.202" v="831"/>
          <ac:spMkLst>
            <pc:docMk/>
            <pc:sldMk cId="112588226" sldId="278"/>
            <ac:spMk id="28" creationId="{4D5DBE71-106A-06C6-AC2B-25698C5E7936}"/>
          </ac:spMkLst>
        </pc:spChg>
        <pc:spChg chg="add mod">
          <ac:chgData name="Shruchi Mail" userId="677fbc81e831b633" providerId="LiveId" clId="{DF7FBBB1-E8A7-4C08-9DC1-F10655E8E2B6}" dt="2024-09-25T12:55:50.202" v="831"/>
          <ac:spMkLst>
            <pc:docMk/>
            <pc:sldMk cId="112588226" sldId="278"/>
            <ac:spMk id="29" creationId="{CAEF2709-6343-4468-8664-D58E20EA35F6}"/>
          </ac:spMkLst>
        </pc:spChg>
        <pc:spChg chg="add mod">
          <ac:chgData name="Shruchi Mail" userId="677fbc81e831b633" providerId="LiveId" clId="{DF7FBBB1-E8A7-4C08-9DC1-F10655E8E2B6}" dt="2024-09-26T06:03:56.261" v="1174" actId="2711"/>
          <ac:spMkLst>
            <pc:docMk/>
            <pc:sldMk cId="112588226" sldId="278"/>
            <ac:spMk id="30" creationId="{963B6E6E-E081-4B94-AE02-34386C03283E}"/>
          </ac:spMkLst>
        </pc:spChg>
        <pc:spChg chg="add mod">
          <ac:chgData name="Shruchi Mail" userId="677fbc81e831b633" providerId="LiveId" clId="{DF7FBBB1-E8A7-4C08-9DC1-F10655E8E2B6}" dt="2024-09-25T12:56:43.485" v="853"/>
          <ac:spMkLst>
            <pc:docMk/>
            <pc:sldMk cId="112588226" sldId="278"/>
            <ac:spMk id="32" creationId="{C90F94E8-56A2-2845-E430-18E04207B659}"/>
          </ac:spMkLst>
        </pc:spChg>
        <pc:spChg chg="add mod">
          <ac:chgData name="Shruchi Mail" userId="677fbc81e831b633" providerId="LiveId" clId="{DF7FBBB1-E8A7-4C08-9DC1-F10655E8E2B6}" dt="2024-09-25T12:56:43.485" v="853"/>
          <ac:spMkLst>
            <pc:docMk/>
            <pc:sldMk cId="112588226" sldId="278"/>
            <ac:spMk id="33" creationId="{C5B1E226-CC58-45D7-96F3-5F61C9815EFF}"/>
          </ac:spMkLst>
        </pc:spChg>
        <pc:spChg chg="add mod">
          <ac:chgData name="Shruchi Mail" userId="677fbc81e831b633" providerId="LiveId" clId="{DF7FBBB1-E8A7-4C08-9DC1-F10655E8E2B6}" dt="2024-09-25T12:56:43.485" v="853"/>
          <ac:spMkLst>
            <pc:docMk/>
            <pc:sldMk cId="112588226" sldId="278"/>
            <ac:spMk id="34" creationId="{6A4B9A92-DDFF-FEFD-7E69-A7A1BB72E619}"/>
          </ac:spMkLst>
        </pc:spChg>
        <pc:spChg chg="add mod">
          <ac:chgData name="Shruchi Mail" userId="677fbc81e831b633" providerId="LiveId" clId="{DF7FBBB1-E8A7-4C08-9DC1-F10655E8E2B6}" dt="2024-09-25T12:56:55.202" v="855"/>
          <ac:spMkLst>
            <pc:docMk/>
            <pc:sldMk cId="112588226" sldId="278"/>
            <ac:spMk id="36" creationId="{EF1F399D-7C55-8C58-3CDE-A15F1295EE16}"/>
          </ac:spMkLst>
        </pc:spChg>
        <pc:spChg chg="add mod">
          <ac:chgData name="Shruchi Mail" userId="677fbc81e831b633" providerId="LiveId" clId="{DF7FBBB1-E8A7-4C08-9DC1-F10655E8E2B6}" dt="2024-09-25T12:56:55.202" v="855"/>
          <ac:spMkLst>
            <pc:docMk/>
            <pc:sldMk cId="112588226" sldId="278"/>
            <ac:spMk id="37" creationId="{FAD3095D-E2CB-4DF2-959C-481B8B7F8E11}"/>
          </ac:spMkLst>
        </pc:spChg>
        <pc:spChg chg="add mod">
          <ac:chgData name="Shruchi Mail" userId="677fbc81e831b633" providerId="LiveId" clId="{DF7FBBB1-E8A7-4C08-9DC1-F10655E8E2B6}" dt="2024-09-25T12:59:37.774" v="874" actId="2711"/>
          <ac:spMkLst>
            <pc:docMk/>
            <pc:sldMk cId="112588226" sldId="278"/>
            <ac:spMk id="38" creationId="{84E6853F-C5AE-4C6B-B38C-3CB67DC847CF}"/>
          </ac:spMkLst>
        </pc:spChg>
        <pc:spChg chg="add mod">
          <ac:chgData name="Shruchi Mail" userId="677fbc81e831b633" providerId="LiveId" clId="{DF7FBBB1-E8A7-4C08-9DC1-F10655E8E2B6}" dt="2024-09-25T13:01:45.649" v="880" actId="1076"/>
          <ac:spMkLst>
            <pc:docMk/>
            <pc:sldMk cId="112588226" sldId="278"/>
            <ac:spMk id="39" creationId="{875FBC2A-FA01-0145-01A9-488DA5516046}"/>
          </ac:spMkLst>
        </pc:spChg>
        <pc:spChg chg="add del mod">
          <ac:chgData name="Shruchi Mail" userId="677fbc81e831b633" providerId="LiveId" clId="{DF7FBBB1-E8A7-4C08-9DC1-F10655E8E2B6}" dt="2024-09-25T13:15:16.918" v="1043" actId="478"/>
          <ac:spMkLst>
            <pc:docMk/>
            <pc:sldMk cId="112588226" sldId="278"/>
            <ac:spMk id="40" creationId="{DB457BB0-E4A3-37D4-1B98-AF3B9D6012AB}"/>
          </ac:spMkLst>
        </pc:spChg>
        <pc:spChg chg="add del">
          <ac:chgData name="Shruchi Mail" userId="677fbc81e831b633" providerId="LiveId" clId="{DF7FBBB1-E8A7-4C08-9DC1-F10655E8E2B6}" dt="2024-09-25T13:15:33.531" v="1045" actId="478"/>
          <ac:spMkLst>
            <pc:docMk/>
            <pc:sldMk cId="112588226" sldId="278"/>
            <ac:spMk id="41" creationId="{DA8FAD8B-1E3C-365A-BC5C-789EF0F53503}"/>
          </ac:spMkLst>
        </pc:spChg>
        <pc:spChg chg="add mod">
          <ac:chgData name="Shruchi Mail" userId="677fbc81e831b633" providerId="LiveId" clId="{DF7FBBB1-E8A7-4C08-9DC1-F10655E8E2B6}" dt="2024-09-25T13:16:15.674" v="1086" actId="403"/>
          <ac:spMkLst>
            <pc:docMk/>
            <pc:sldMk cId="112588226" sldId="278"/>
            <ac:spMk id="42" creationId="{6023B044-FD53-FB8C-DBAC-A501F3CE373A}"/>
          </ac:spMkLst>
        </pc:spChg>
        <pc:grpChg chg="add mod">
          <ac:chgData name="Shruchi Mail" userId="677fbc81e831b633" providerId="LiveId" clId="{DF7FBBB1-E8A7-4C08-9DC1-F10655E8E2B6}" dt="2024-09-25T12:58:54.963" v="871" actId="1076"/>
          <ac:grpSpMkLst>
            <pc:docMk/>
            <pc:sldMk cId="112588226" sldId="278"/>
            <ac:grpSpMk id="3" creationId="{A883608A-660F-E1FC-1926-09B2DF380CA3}"/>
          </ac:grpSpMkLst>
        </pc:grpChg>
        <pc:grpChg chg="add mod">
          <ac:chgData name="Shruchi Mail" userId="677fbc81e831b633" providerId="LiveId" clId="{DF7FBBB1-E8A7-4C08-9DC1-F10655E8E2B6}" dt="2024-09-25T12:58:42.538" v="869" actId="1076"/>
          <ac:grpSpMkLst>
            <pc:docMk/>
            <pc:sldMk cId="112588226" sldId="278"/>
            <ac:grpSpMk id="7" creationId="{2DC8214C-FC1F-2EBF-3EA1-31D8F5A6F3FF}"/>
          </ac:grpSpMkLst>
        </pc:grpChg>
        <pc:grpChg chg="add mod">
          <ac:chgData name="Shruchi Mail" userId="677fbc81e831b633" providerId="LiveId" clId="{DF7FBBB1-E8A7-4C08-9DC1-F10655E8E2B6}" dt="2024-09-25T12:58:45.521" v="870" actId="1076"/>
          <ac:grpSpMkLst>
            <pc:docMk/>
            <pc:sldMk cId="112588226" sldId="278"/>
            <ac:grpSpMk id="11" creationId="{A2E42129-F569-36B7-982C-DB337AA48538}"/>
          </ac:grpSpMkLst>
        </pc:grpChg>
        <pc:grpChg chg="add mod">
          <ac:chgData name="Shruchi Mail" userId="677fbc81e831b633" providerId="LiveId" clId="{DF7FBBB1-E8A7-4C08-9DC1-F10655E8E2B6}" dt="2024-09-25T12:55:20.564" v="826"/>
          <ac:grpSpMkLst>
            <pc:docMk/>
            <pc:sldMk cId="112588226" sldId="278"/>
            <ac:grpSpMk id="15" creationId="{BF12622F-7705-7A6D-EDA0-CA9D5B377B98}"/>
          </ac:grpSpMkLst>
        </pc:grpChg>
        <pc:grpChg chg="add mod">
          <ac:chgData name="Shruchi Mail" userId="677fbc81e831b633" providerId="LiveId" clId="{DF7FBBB1-E8A7-4C08-9DC1-F10655E8E2B6}" dt="2024-09-25T12:55:19.824" v="825"/>
          <ac:grpSpMkLst>
            <pc:docMk/>
            <pc:sldMk cId="112588226" sldId="278"/>
            <ac:grpSpMk id="19" creationId="{494ACE07-1250-0BC7-4D4C-394B0049E1AA}"/>
          </ac:grpSpMkLst>
        </pc:grpChg>
        <pc:grpChg chg="add mod">
          <ac:chgData name="Shruchi Mail" userId="677fbc81e831b633" providerId="LiveId" clId="{DF7FBBB1-E8A7-4C08-9DC1-F10655E8E2B6}" dt="2024-09-25T12:55:19.288" v="824"/>
          <ac:grpSpMkLst>
            <pc:docMk/>
            <pc:sldMk cId="112588226" sldId="278"/>
            <ac:grpSpMk id="23" creationId="{EA8E30B1-3CD7-3F1A-496F-A356BA40E875}"/>
          </ac:grpSpMkLst>
        </pc:grpChg>
        <pc:grpChg chg="add mod">
          <ac:chgData name="Shruchi Mail" userId="677fbc81e831b633" providerId="LiveId" clId="{DF7FBBB1-E8A7-4C08-9DC1-F10655E8E2B6}" dt="2024-09-26T06:03:03.386" v="1165" actId="1076"/>
          <ac:grpSpMkLst>
            <pc:docMk/>
            <pc:sldMk cId="112588226" sldId="278"/>
            <ac:grpSpMk id="27" creationId="{BF12622F-7705-7A6D-EDA0-CA9D5B377B98}"/>
          </ac:grpSpMkLst>
        </pc:grpChg>
        <pc:grpChg chg="add mod">
          <ac:chgData name="Shruchi Mail" userId="677fbc81e831b633" providerId="LiveId" clId="{DF7FBBB1-E8A7-4C08-9DC1-F10655E8E2B6}" dt="2024-09-25T12:58:32.483" v="867" actId="1076"/>
          <ac:grpSpMkLst>
            <pc:docMk/>
            <pc:sldMk cId="112588226" sldId="278"/>
            <ac:grpSpMk id="31" creationId="{494ACE07-1250-0BC7-4D4C-394B0049E1AA}"/>
          </ac:grpSpMkLst>
        </pc:grpChg>
        <pc:grpChg chg="add mod">
          <ac:chgData name="Shruchi Mail" userId="677fbc81e831b633" providerId="LiveId" clId="{DF7FBBB1-E8A7-4C08-9DC1-F10655E8E2B6}" dt="2024-09-25T12:58:38.959" v="868" actId="1076"/>
          <ac:grpSpMkLst>
            <pc:docMk/>
            <pc:sldMk cId="112588226" sldId="278"/>
            <ac:grpSpMk id="35" creationId="{EA8E30B1-3CD7-3F1A-496F-A356BA40E875}"/>
          </ac:grpSpMkLst>
        </pc:grpChg>
      </pc:sldChg>
      <pc:sldChg chg="add del">
        <pc:chgData name="Shruchi Mail" userId="677fbc81e831b633" providerId="LiveId" clId="{DF7FBBB1-E8A7-4C08-9DC1-F10655E8E2B6}" dt="2024-09-26T06:24:21.247" v="1205"/>
        <pc:sldMkLst>
          <pc:docMk/>
          <pc:sldMk cId="1554535886" sldId="27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77fbc81e831b633/Desktop/prajwal/Customer_Complaint_Analysis-main/MYDAY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77fbc81e831b633/Desktop/prajwal/Customer_Complaint_Analysis-main/MYDAY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77fbc81e831b633/Desktop/prajwal/Customer_Complaint_Analysis-main/MYDAY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77fbc81e831b633/Desktop/prajwal/Customer_Complaint_Analysis-main/MYDAY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77fbc81e831b633/Desktop/prajwal/Customer_Complaint_Analysis-main/MYDAY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d.docs.live.net/677fbc81e831b633/Desktop/prajwal/Customer_Complaint_Analysis-main/MYDAY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[MYDAY2.xlsx]Sheet2!Piv2/ submitted via</c:name>
    <c:fmtId val="65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rgbClr val="780000"/>
          </a:solidFill>
          <a:ln w="19050">
            <a:solidFill>
              <a:schemeClr val="lt1"/>
            </a:solidFill>
          </a:ln>
          <a:effectLst/>
        </c:spPr>
      </c:pivotFmt>
      <c:pivotFmt>
        <c:idx val="58"/>
        <c:spPr>
          <a:solidFill>
            <a:schemeClr val="tx2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9"/>
        <c:spPr>
          <a:solidFill>
            <a:srgbClr val="FDF0D5"/>
          </a:solidFill>
          <a:ln w="19050">
            <a:solidFill>
              <a:schemeClr val="lt1"/>
            </a:solidFill>
          </a:ln>
          <a:effectLst/>
        </c:spPr>
      </c:pivotFmt>
      <c:pivotFmt>
        <c:idx val="60"/>
        <c:spPr>
          <a:solidFill>
            <a:srgbClr val="669BBC"/>
          </a:solidFill>
          <a:ln w="19050">
            <a:solidFill>
              <a:schemeClr val="lt1"/>
            </a:solidFill>
          </a:ln>
          <a:effectLst/>
        </c:spPr>
      </c:pivotFmt>
      <c:pivotFmt>
        <c:idx val="61"/>
        <c:spPr>
          <a:solidFill>
            <a:srgbClr val="003049"/>
          </a:solidFill>
          <a:ln w="19050">
            <a:solidFill>
              <a:schemeClr val="lt1"/>
            </a:solidFill>
          </a:ln>
          <a:effectLst/>
        </c:spPr>
      </c:pivotFmt>
      <c:pivotFmt>
        <c:idx val="6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rgbClr val="780000"/>
          </a:solidFill>
          <a:ln w="19050">
            <a:solidFill>
              <a:schemeClr val="lt1"/>
            </a:solidFill>
          </a:ln>
          <a:effectLst/>
        </c:spPr>
      </c:pivotFmt>
      <c:pivotFmt>
        <c:idx val="64"/>
        <c:spPr>
          <a:solidFill>
            <a:schemeClr val="tx2">
              <a:lumMod val="60000"/>
              <a:lumOff val="4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5"/>
        <c:spPr>
          <a:solidFill>
            <a:srgbClr val="FDF0D5"/>
          </a:solidFill>
          <a:ln w="19050">
            <a:solidFill>
              <a:schemeClr val="lt1"/>
            </a:solidFill>
          </a:ln>
          <a:effectLst/>
        </c:spPr>
      </c:pivotFmt>
      <c:pivotFmt>
        <c:idx val="66"/>
        <c:spPr>
          <a:solidFill>
            <a:srgbClr val="669BBC"/>
          </a:solidFill>
          <a:ln w="19050">
            <a:solidFill>
              <a:schemeClr val="lt1"/>
            </a:solidFill>
          </a:ln>
          <a:effectLst/>
        </c:spPr>
      </c:pivotFmt>
      <c:pivotFmt>
        <c:idx val="67"/>
        <c:spPr>
          <a:solidFill>
            <a:srgbClr val="003049"/>
          </a:solidFill>
          <a:ln w="19050">
            <a:solidFill>
              <a:schemeClr val="lt1"/>
            </a:solidFill>
          </a:ln>
          <a:effectLst/>
        </c:spPr>
      </c:pivotFmt>
      <c:pivotFmt>
        <c:idx val="68"/>
        <c:spPr>
          <a:solidFill>
            <a:schemeClr val="accent1"/>
          </a:solidFill>
          <a:ln w="1905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rgbClr val="780000"/>
          </a:solidFill>
          <a:ln w="19050">
            <a:noFill/>
          </a:ln>
          <a:effectLst/>
        </c:spPr>
      </c:pivotFmt>
      <c:pivotFmt>
        <c:idx val="70"/>
        <c:spPr>
          <a:solidFill>
            <a:schemeClr val="tx2">
              <a:lumMod val="60000"/>
              <a:lumOff val="40000"/>
            </a:schemeClr>
          </a:solidFill>
          <a:ln w="19050">
            <a:noFill/>
          </a:ln>
          <a:effectLst/>
        </c:spPr>
      </c:pivotFmt>
      <c:pivotFmt>
        <c:idx val="71"/>
        <c:spPr>
          <a:solidFill>
            <a:srgbClr val="FDF0D5"/>
          </a:solidFill>
          <a:ln w="19050">
            <a:noFill/>
          </a:ln>
          <a:effectLst/>
        </c:spPr>
      </c:pivotFmt>
      <c:pivotFmt>
        <c:idx val="72"/>
        <c:spPr>
          <a:solidFill>
            <a:srgbClr val="669BBC"/>
          </a:solidFill>
          <a:ln w="19050">
            <a:noFill/>
          </a:ln>
          <a:effectLst/>
        </c:spPr>
      </c:pivotFmt>
      <c:pivotFmt>
        <c:idx val="73"/>
        <c:spPr>
          <a:solidFill>
            <a:srgbClr val="003049"/>
          </a:solidFill>
          <a:ln w="19050">
            <a:noFill/>
          </a:ln>
          <a:effectLst/>
        </c:spPr>
      </c:pivotFmt>
      <c:pivotFmt>
        <c:idx val="74"/>
        <c:spPr>
          <a:solidFill>
            <a:schemeClr val="accent1"/>
          </a:solidFill>
          <a:ln w="1905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rgbClr val="780000"/>
          </a:solidFill>
          <a:ln w="19050">
            <a:noFill/>
          </a:ln>
          <a:effectLst/>
        </c:spPr>
      </c:pivotFmt>
      <c:pivotFmt>
        <c:idx val="76"/>
        <c:spPr>
          <a:solidFill>
            <a:schemeClr val="tx2">
              <a:lumMod val="60000"/>
              <a:lumOff val="40000"/>
            </a:schemeClr>
          </a:solidFill>
          <a:ln w="19050">
            <a:noFill/>
          </a:ln>
          <a:effectLst/>
        </c:spPr>
      </c:pivotFmt>
      <c:pivotFmt>
        <c:idx val="77"/>
        <c:spPr>
          <a:solidFill>
            <a:srgbClr val="FDF0D5"/>
          </a:solidFill>
          <a:ln w="19050">
            <a:noFill/>
          </a:ln>
          <a:effectLst/>
        </c:spPr>
      </c:pivotFmt>
      <c:pivotFmt>
        <c:idx val="78"/>
        <c:spPr>
          <a:solidFill>
            <a:srgbClr val="669BBC"/>
          </a:solidFill>
          <a:ln w="19050">
            <a:noFill/>
          </a:ln>
          <a:effectLst/>
        </c:spPr>
      </c:pivotFmt>
      <c:pivotFmt>
        <c:idx val="79"/>
        <c:spPr>
          <a:solidFill>
            <a:srgbClr val="003049"/>
          </a:solidFill>
          <a:ln w="19050">
            <a:noFill/>
          </a:ln>
          <a:effectLst/>
        </c:spPr>
      </c:pivotFmt>
      <c:pivotFmt>
        <c:idx val="80"/>
        <c:spPr>
          <a:solidFill>
            <a:schemeClr val="accent1"/>
          </a:solidFill>
          <a:ln w="1905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rgbClr val="780000"/>
          </a:solidFill>
          <a:ln w="19050">
            <a:noFill/>
          </a:ln>
          <a:effectLst/>
        </c:spPr>
      </c:pivotFmt>
      <c:pivotFmt>
        <c:idx val="82"/>
        <c:spPr>
          <a:solidFill>
            <a:schemeClr val="tx2">
              <a:lumMod val="60000"/>
              <a:lumOff val="40000"/>
            </a:schemeClr>
          </a:solidFill>
          <a:ln w="19050">
            <a:noFill/>
          </a:ln>
          <a:effectLst/>
        </c:spPr>
        <c:dLbl>
          <c:idx val="0"/>
          <c:layout>
            <c:manualLayout>
              <c:x val="0.11510394126422263"/>
              <c:y val="-0.1032302361792094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solidFill>
            <a:srgbClr val="FDF0D5"/>
          </a:solidFill>
          <a:ln w="19050">
            <a:noFill/>
          </a:ln>
          <a:effectLst/>
        </c:spPr>
        <c:dLbl>
          <c:idx val="0"/>
          <c:layout>
            <c:manualLayout>
              <c:x val="9.296856794417982E-2"/>
              <c:y val="-5.16151180896046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solidFill>
            <a:srgbClr val="669BBC"/>
          </a:solidFill>
          <a:ln w="19050">
            <a:noFill/>
          </a:ln>
          <a:effectLst/>
        </c:spPr>
        <c:dLbl>
          <c:idx val="0"/>
          <c:layout>
            <c:manualLayout>
              <c:x val="0.11047267117114222"/>
              <c:y val="5.78929187928486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spPr>
          <a:solidFill>
            <a:srgbClr val="003049"/>
          </a:solidFill>
          <a:ln w="19050">
            <a:noFill/>
          </a:ln>
          <a:effectLst/>
        </c:spPr>
      </c:pivotFmt>
      <c:pivotFmt>
        <c:idx val="86"/>
        <c:spPr>
          <a:solidFill>
            <a:schemeClr val="accent1"/>
          </a:solidFill>
          <a:ln w="1905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solidFill>
            <a:srgbClr val="780000"/>
          </a:solidFill>
          <a:ln w="19050">
            <a:noFill/>
          </a:ln>
          <a:effectLst/>
        </c:spPr>
      </c:pivotFmt>
      <c:pivotFmt>
        <c:idx val="88"/>
        <c:spPr>
          <a:solidFill>
            <a:schemeClr val="tx2">
              <a:lumMod val="60000"/>
              <a:lumOff val="40000"/>
            </a:schemeClr>
          </a:solidFill>
          <a:ln w="19050">
            <a:noFill/>
          </a:ln>
          <a:effectLst/>
        </c:spPr>
        <c:dLbl>
          <c:idx val="0"/>
          <c:layout>
            <c:manualLayout>
              <c:x val="0.11510394126422263"/>
              <c:y val="-0.1032302361792094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solidFill>
            <a:srgbClr val="FDF0D5"/>
          </a:solidFill>
          <a:ln w="19050">
            <a:noFill/>
          </a:ln>
          <a:effectLst/>
        </c:spPr>
        <c:dLbl>
          <c:idx val="0"/>
          <c:layout>
            <c:manualLayout>
              <c:x val="9.296856794417982E-2"/>
              <c:y val="-5.16151180896046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solidFill>
            <a:srgbClr val="669BBC"/>
          </a:solidFill>
          <a:ln w="19050">
            <a:noFill/>
          </a:ln>
          <a:effectLst/>
        </c:spPr>
        <c:dLbl>
          <c:idx val="0"/>
          <c:layout>
            <c:manualLayout>
              <c:x val="0.11047267117114222"/>
              <c:y val="5.78929187928486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solidFill>
            <a:srgbClr val="003049"/>
          </a:solidFill>
          <a:ln w="19050">
            <a:noFill/>
          </a:ln>
          <a:effectLst/>
        </c:spPr>
      </c:pivotFmt>
      <c:pivotFmt>
        <c:idx val="92"/>
        <c:spPr>
          <a:solidFill>
            <a:schemeClr val="accent1"/>
          </a:solidFill>
          <a:ln w="1905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solidFill>
            <a:srgbClr val="780000"/>
          </a:solidFill>
          <a:ln w="19050">
            <a:noFill/>
          </a:ln>
          <a:effectLst/>
        </c:spPr>
      </c:pivotFmt>
      <c:pivotFmt>
        <c:idx val="94"/>
        <c:spPr>
          <a:solidFill>
            <a:schemeClr val="tx2">
              <a:lumMod val="60000"/>
              <a:lumOff val="40000"/>
            </a:schemeClr>
          </a:solidFill>
          <a:ln w="19050">
            <a:noFill/>
          </a:ln>
          <a:effectLst/>
        </c:spPr>
        <c:dLbl>
          <c:idx val="0"/>
          <c:layout>
            <c:manualLayout>
              <c:x val="0.11510394126422263"/>
              <c:y val="-0.10323023617920944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solidFill>
            <a:srgbClr val="FDF0D5"/>
          </a:solidFill>
          <a:ln w="19050">
            <a:noFill/>
          </a:ln>
          <a:effectLst/>
        </c:spPr>
        <c:dLbl>
          <c:idx val="0"/>
          <c:layout>
            <c:manualLayout>
              <c:x val="9.296856794417982E-2"/>
              <c:y val="-5.16151180896046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"/>
        <c:spPr>
          <a:solidFill>
            <a:srgbClr val="669BBC"/>
          </a:solidFill>
          <a:ln w="19050">
            <a:noFill/>
          </a:ln>
          <a:effectLst/>
        </c:spPr>
        <c:dLbl>
          <c:idx val="0"/>
          <c:layout>
            <c:manualLayout>
              <c:x val="0.11047267117114222"/>
              <c:y val="5.78929187928486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spPr>
          <a:solidFill>
            <a:srgbClr val="003049"/>
          </a:solidFill>
          <a:ln w="19050"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42558843451020234"/>
          <c:y val="0.26798050759710085"/>
          <c:w val="0.51126063224663554"/>
          <c:h val="0.72435916369492159"/>
        </c:manualLayout>
      </c:layout>
      <c:doughnutChart>
        <c:varyColors val="1"/>
        <c:ser>
          <c:idx val="0"/>
          <c:order val="0"/>
          <c:tx>
            <c:strRef>
              <c:f>Sheet2!$I$3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noFill/>
            </a:ln>
          </c:spPr>
          <c:explosion val="18"/>
          <c:dPt>
            <c:idx val="0"/>
            <c:bubble3D val="0"/>
            <c:spPr>
              <a:solidFill>
                <a:srgbClr val="780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447-4F93-BC87-067679287E71}"/>
              </c:ext>
            </c:extLst>
          </c:dPt>
          <c:dPt>
            <c:idx val="1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447-4F93-BC87-067679287E71}"/>
              </c:ext>
            </c:extLst>
          </c:dPt>
          <c:dPt>
            <c:idx val="2"/>
            <c:bubble3D val="0"/>
            <c:spPr>
              <a:solidFill>
                <a:srgbClr val="FDF0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447-4F93-BC87-067679287E71}"/>
              </c:ext>
            </c:extLst>
          </c:dPt>
          <c:dPt>
            <c:idx val="3"/>
            <c:bubble3D val="0"/>
            <c:spPr>
              <a:solidFill>
                <a:srgbClr val="669BB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447-4F93-BC87-067679287E71}"/>
              </c:ext>
            </c:extLst>
          </c:dPt>
          <c:dPt>
            <c:idx val="4"/>
            <c:bubble3D val="0"/>
            <c:spPr>
              <a:solidFill>
                <a:srgbClr val="00304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447-4F93-BC87-067679287E71}"/>
              </c:ext>
            </c:extLst>
          </c:dPt>
          <c:dLbls>
            <c:dLbl>
              <c:idx val="1"/>
              <c:layout>
                <c:manualLayout>
                  <c:x val="0.11510394126422263"/>
                  <c:y val="-0.1032302361792094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47-4F93-BC87-067679287E71}"/>
                </c:ext>
              </c:extLst>
            </c:dLbl>
            <c:dLbl>
              <c:idx val="2"/>
              <c:layout>
                <c:manualLayout>
                  <c:x val="9.296856794417982E-2"/>
                  <c:y val="-5.16151180896046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447-4F93-BC87-067679287E71}"/>
                </c:ext>
              </c:extLst>
            </c:dLbl>
            <c:dLbl>
              <c:idx val="3"/>
              <c:layout>
                <c:manualLayout>
                  <c:x val="0.11047267117114222"/>
                  <c:y val="5.78929187928486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447-4F93-BC87-067679287E71}"/>
                </c:ext>
              </c:extLst>
            </c:dLbl>
            <c:spPr>
              <a:solidFill>
                <a:schemeClr val="tx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Sheet2!$H$4:$H$9</c:f>
              <c:strCache>
                <c:ptCount val="5"/>
                <c:pt idx="0">
                  <c:v>Email</c:v>
                </c:pt>
                <c:pt idx="1">
                  <c:v>Fax</c:v>
                </c:pt>
                <c:pt idx="2">
                  <c:v>Phone</c:v>
                </c:pt>
                <c:pt idx="3">
                  <c:v>Postal mail</c:v>
                </c:pt>
                <c:pt idx="4">
                  <c:v>Web</c:v>
                </c:pt>
              </c:strCache>
            </c:strRef>
          </c:cat>
          <c:val>
            <c:numRef>
              <c:f>Sheet2!$I$4:$I$9</c:f>
              <c:numCache>
                <c:formatCode>0.00%</c:formatCode>
                <c:ptCount val="5"/>
                <c:pt idx="0">
                  <c:v>0.126</c:v>
                </c:pt>
                <c:pt idx="1">
                  <c:v>8.7142857142857143E-3</c:v>
                </c:pt>
                <c:pt idx="2">
                  <c:v>7.7214285714285708E-2</c:v>
                </c:pt>
                <c:pt idx="3">
                  <c:v>4.0428571428571432E-2</c:v>
                </c:pt>
                <c:pt idx="4">
                  <c:v>0.74764285714285716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447-4F93-BC87-067679287E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Sheet5!$J$5</c:f>
              <c:strCache>
                <c:ptCount val="1"/>
                <c:pt idx="0">
                  <c:v>complaint</c:v>
                </c:pt>
              </c:strCache>
            </c:strRef>
          </c:tx>
          <c:spPr>
            <a:gradFill>
              <a:gsLst>
                <a:gs pos="0">
                  <a:srgbClr val="003049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78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Sheet5!$I$6:$I$9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  <c:extLst/>
            </c:numRef>
          </c:cat>
          <c:val>
            <c:numRef>
              <c:f>Sheet5!$J$6:$J$9</c:f>
              <c:numCache>
                <c:formatCode>General</c:formatCode>
                <c:ptCount val="4"/>
                <c:pt idx="0">
                  <c:v>2497</c:v>
                </c:pt>
                <c:pt idx="1">
                  <c:v>3472</c:v>
                </c:pt>
                <c:pt idx="2">
                  <c:v>4373</c:v>
                </c:pt>
                <c:pt idx="3">
                  <c:v>3658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F229-44D7-9E7C-26657F47B4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64003535"/>
        <c:axId val="564007375"/>
      </c:barChart>
      <c:lineChart>
        <c:grouping val="standard"/>
        <c:varyColors val="0"/>
        <c:ser>
          <c:idx val="1"/>
          <c:order val="1"/>
          <c:tx>
            <c:strRef>
              <c:f>Sheet5!$G$3</c:f>
              <c:strCache>
                <c:ptCount val="1"/>
                <c:pt idx="0">
                  <c:v>Average of Resolution time(in days)</c:v>
                </c:pt>
              </c:strCache>
            </c:strRef>
          </c:tx>
          <c:spPr>
            <a:ln w="28575" cap="rnd">
              <a:solidFill>
                <a:srgbClr val="780000"/>
              </a:solidFill>
              <a:round/>
            </a:ln>
            <a:effectLst>
              <a:outerShdw blurRad="50800" dist="63500" dir="6000000" sx="102000" sy="102000" algn="ctr" rotWithShape="0">
                <a:srgbClr val="000000">
                  <a:alpha val="84000"/>
                </a:srgbClr>
              </a:outerShdw>
            </a:effectLst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>
                <a:outerShdw blurRad="50800" dist="63500" dir="6000000" sx="102000" sy="102000" algn="ctr" rotWithShape="0">
                  <a:srgbClr val="000000">
                    <a:alpha val="84000"/>
                  </a:srgbClr>
                </a:outerShdw>
              </a:effectLst>
            </c:spPr>
          </c:marker>
          <c:dLbls>
            <c:dLbl>
              <c:idx val="0"/>
              <c:layout>
                <c:manualLayout>
                  <c:x val="1.5915325455873819E-2"/>
                  <c:y val="-1.50649885218428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29-44D7-9E7C-26657F47B43C}"/>
                </c:ext>
              </c:extLst>
            </c:dLbl>
            <c:dLbl>
              <c:idx val="1"/>
              <c:layout>
                <c:manualLayout>
                  <c:x val="1.5915325455873736E-2"/>
                  <c:y val="-2.63637299132250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29-44D7-9E7C-26657F47B43C}"/>
                </c:ext>
              </c:extLst>
            </c:dLbl>
            <c:dLbl>
              <c:idx val="2"/>
              <c:layout>
                <c:manualLayout>
                  <c:x val="2.2736179222676803E-2"/>
                  <c:y val="-1.1298741391382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29-44D7-9E7C-26657F47B43C}"/>
                </c:ext>
              </c:extLst>
            </c:dLbl>
            <c:dLbl>
              <c:idx val="3"/>
              <c:layout>
                <c:manualLayout>
                  <c:x val="2.2736179222676886E-2"/>
                  <c:y val="3.766247130460655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229-44D7-9E7C-26657F47B4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3049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Sheet5!$G$4:$G$7</c:f>
              <c:numCache>
                <c:formatCode>0.0</c:formatCode>
                <c:ptCount val="4"/>
                <c:pt idx="0">
                  <c:v>2.618342010412495</c:v>
                </c:pt>
                <c:pt idx="1">
                  <c:v>2.1898041474654377</c:v>
                </c:pt>
                <c:pt idx="2">
                  <c:v>1.8538760576263436</c:v>
                </c:pt>
                <c:pt idx="3">
                  <c:v>1.5954073264078732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5-F229-44D7-9E7C-26657F47B4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78144575"/>
        <c:axId val="1278158015"/>
      </c:lineChart>
      <c:catAx>
        <c:axId val="564003535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0030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64007375"/>
        <c:crosses val="autoZero"/>
        <c:auto val="1"/>
        <c:lblAlgn val="ctr"/>
        <c:lblOffset val="100"/>
        <c:noMultiLvlLbl val="0"/>
      </c:catAx>
      <c:valAx>
        <c:axId val="56400737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78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rgbClr val="78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Complaints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78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0030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64003535"/>
        <c:crosses val="autoZero"/>
        <c:crossBetween val="between"/>
      </c:valAx>
      <c:valAx>
        <c:axId val="127815801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rgbClr val="78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Resolving</a:t>
                </a:r>
                <a:r>
                  <a:rPr lang="en-IN" b="1" baseline="0">
                    <a:solidFill>
                      <a:srgbClr val="78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Time (in days)</a:t>
                </a:r>
                <a:endParaRPr lang="en-IN" b="1">
                  <a:solidFill>
                    <a:srgbClr val="78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0030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278144575"/>
        <c:crosses val="max"/>
        <c:crossBetween val="between"/>
      </c:valAx>
      <c:catAx>
        <c:axId val="12781445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781580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[MYDAY2.xlsx]Sheet3!sh3 tab1/timely response</c:name>
    <c:fmtId val="77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108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108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108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108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108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1347890296950986"/>
          <c:y val="6.8226654817134275E-2"/>
          <c:w val="0.64792319462269854"/>
          <c:h val="0.855281642255857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Sheet3!$A$4:$A$14</c:f>
              <c:strCache>
                <c:ptCount val="10"/>
                <c:pt idx="0">
                  <c:v>Bank of America</c:v>
                </c:pt>
                <c:pt idx="1">
                  <c:v>Wells Fargo &amp; Company</c:v>
                </c:pt>
                <c:pt idx="2">
                  <c:v>JPMorgan Chase &amp; Co.</c:v>
                </c:pt>
                <c:pt idx="3">
                  <c:v>Citibank</c:v>
                </c:pt>
                <c:pt idx="4">
                  <c:v>Equifax</c:v>
                </c:pt>
                <c:pt idx="5">
                  <c:v>Capital One</c:v>
                </c:pt>
                <c:pt idx="6">
                  <c:v>Experian</c:v>
                </c:pt>
                <c:pt idx="7">
                  <c:v>Ocwen</c:v>
                </c:pt>
                <c:pt idx="8">
                  <c:v>Navient Solutions, Inc.</c:v>
                </c:pt>
                <c:pt idx="9">
                  <c:v>U.S. Bancorp</c:v>
                </c:pt>
              </c:strCache>
            </c:strRef>
          </c:cat>
          <c:val>
            <c:numRef>
              <c:f>Sheet3!$B$4:$B$14</c:f>
              <c:numCache>
                <c:formatCode>General</c:formatCode>
                <c:ptCount val="10"/>
                <c:pt idx="0">
                  <c:v>1066</c:v>
                </c:pt>
                <c:pt idx="1">
                  <c:v>947</c:v>
                </c:pt>
                <c:pt idx="2">
                  <c:v>877</c:v>
                </c:pt>
                <c:pt idx="3">
                  <c:v>764</c:v>
                </c:pt>
                <c:pt idx="4">
                  <c:v>531</c:v>
                </c:pt>
                <c:pt idx="5">
                  <c:v>458</c:v>
                </c:pt>
                <c:pt idx="6">
                  <c:v>456</c:v>
                </c:pt>
                <c:pt idx="7">
                  <c:v>437</c:v>
                </c:pt>
                <c:pt idx="8">
                  <c:v>350</c:v>
                </c:pt>
                <c:pt idx="9">
                  <c:v>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93-4EE1-9495-98BBD7CB86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6"/>
        <c:overlap val="-58"/>
        <c:axId val="509864927"/>
        <c:axId val="509874047"/>
      </c:barChart>
      <c:catAx>
        <c:axId val="5098649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rgbClr val="0030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9874047"/>
        <c:crosses val="autoZero"/>
        <c:auto val="1"/>
        <c:lblAlgn val="ctr"/>
        <c:lblOffset val="100"/>
        <c:noMultiLvlLbl val="0"/>
      </c:catAx>
      <c:valAx>
        <c:axId val="509874047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0030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098649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[MYDAY2.xlsx]Sheet2!PivotTable1</c:name>
    <c:fmtId val="132"/>
  </c:pivotSource>
  <c:chart>
    <c:autoTitleDeleted val="1"/>
    <c:pivotFmts>
      <c:pivotFmt>
        <c:idx val="0"/>
      </c:pivotFmt>
      <c:pivotFmt>
        <c:idx val="1"/>
      </c:pivotFmt>
      <c:pivotFmt>
        <c:idx val="2"/>
        <c:dLbl>
          <c:idx val="0"/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25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26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27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28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29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30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31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32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33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35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36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37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38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39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40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41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42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43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44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46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47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48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49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0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1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2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3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4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5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6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7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9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0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1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2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3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4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5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6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7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8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9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9.9623616443192495E-2"/>
          <c:y val="0.13053614581353476"/>
          <c:w val="0.92723858955832772"/>
          <c:h val="0.3807309826740865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1"/>
                  </a:gs>
                  <a:gs pos="75000">
                    <a:schemeClr val="accent1">
                      <a:lumMod val="60000"/>
                      <a:lumOff val="40000"/>
                    </a:schemeClr>
                  </a:gs>
                  <a:gs pos="51000">
                    <a:schemeClr val="accent1">
                      <a:alpha val="75000"/>
                    </a:schemeClr>
                  </a:gs>
                  <a:gs pos="100000">
                    <a:schemeClr val="accent1"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BDF-4988-B901-7238CB312B67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2"/>
                  </a:gs>
                  <a:gs pos="75000">
                    <a:schemeClr val="accent2">
                      <a:lumMod val="60000"/>
                      <a:lumOff val="40000"/>
                    </a:schemeClr>
                  </a:gs>
                  <a:gs pos="51000">
                    <a:schemeClr val="accent2">
                      <a:alpha val="75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DF-4988-B901-7238CB312B67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3"/>
                  </a:gs>
                  <a:gs pos="75000">
                    <a:schemeClr val="accent3">
                      <a:lumMod val="60000"/>
                      <a:lumOff val="40000"/>
                    </a:schemeClr>
                  </a:gs>
                  <a:gs pos="51000">
                    <a:schemeClr val="accent3">
                      <a:alpha val="75000"/>
                    </a:schemeClr>
                  </a:gs>
                  <a:gs pos="100000">
                    <a:schemeClr val="accent3"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DF-4988-B901-7238CB312B67}"/>
              </c:ext>
            </c:extLst>
          </c:dPt>
          <c:dPt>
            <c:idx val="3"/>
            <c:invertIfNegative val="0"/>
            <c:bubble3D val="0"/>
            <c:spPr>
              <a:gradFill flip="none" rotWithShape="1">
                <a:gsLst>
                  <a:gs pos="0">
                    <a:schemeClr val="accent4"/>
                  </a:gs>
                  <a:gs pos="75000">
                    <a:schemeClr val="accent4">
                      <a:lumMod val="60000"/>
                      <a:lumOff val="40000"/>
                    </a:schemeClr>
                  </a:gs>
                  <a:gs pos="51000">
                    <a:schemeClr val="accent4">
                      <a:alpha val="75000"/>
                    </a:schemeClr>
                  </a:gs>
                  <a:gs pos="100000">
                    <a:schemeClr val="accent4"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BDF-4988-B901-7238CB312B67}"/>
              </c:ext>
            </c:extLst>
          </c:dPt>
          <c:dPt>
            <c:idx val="4"/>
            <c:invertIfNegative val="0"/>
            <c:bubble3D val="0"/>
            <c:spPr>
              <a:gradFill flip="none" rotWithShape="1">
                <a:gsLst>
                  <a:gs pos="0">
                    <a:schemeClr val="accent5"/>
                  </a:gs>
                  <a:gs pos="75000">
                    <a:schemeClr val="accent5">
                      <a:lumMod val="60000"/>
                      <a:lumOff val="40000"/>
                    </a:schemeClr>
                  </a:gs>
                  <a:gs pos="51000">
                    <a:schemeClr val="accent5">
                      <a:alpha val="75000"/>
                    </a:schemeClr>
                  </a:gs>
                  <a:gs pos="100000">
                    <a:schemeClr val="accent5"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BDF-4988-B901-7238CB312B67}"/>
              </c:ext>
            </c:extLst>
          </c:dPt>
          <c:dPt>
            <c:idx val="5"/>
            <c:invertIfNegative val="0"/>
            <c:bubble3D val="0"/>
            <c:spPr>
              <a:gradFill flip="none" rotWithShape="1">
                <a:gsLst>
                  <a:gs pos="0">
                    <a:schemeClr val="accent6"/>
                  </a:gs>
                  <a:gs pos="75000">
                    <a:schemeClr val="accent6">
                      <a:lumMod val="60000"/>
                      <a:lumOff val="40000"/>
                    </a:schemeClr>
                  </a:gs>
                  <a:gs pos="51000">
                    <a:schemeClr val="accent6">
                      <a:alpha val="75000"/>
                    </a:schemeClr>
                  </a:gs>
                  <a:gs pos="100000">
                    <a:schemeClr val="accent6"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BDF-4988-B901-7238CB312B67}"/>
              </c:ext>
            </c:extLst>
          </c:dPt>
          <c:dPt>
            <c:idx val="6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lumMod val="60000"/>
                    </a:schemeClr>
                  </a:gs>
                  <a:gs pos="75000">
                    <a:schemeClr val="accent1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1">
                      <a:lumMod val="60000"/>
                      <a:alpha val="75000"/>
                    </a:schemeClr>
                  </a:gs>
                  <a:gs pos="100000">
                    <a:schemeClr val="accent1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BDF-4988-B901-7238CB312B67}"/>
              </c:ext>
            </c:extLst>
          </c:dPt>
          <c:dPt>
            <c:idx val="7"/>
            <c:invertIfNegative val="0"/>
            <c:bubble3D val="0"/>
            <c:spPr>
              <a:gradFill flip="none" rotWithShape="1">
                <a:gsLst>
                  <a:gs pos="0">
                    <a:schemeClr val="accent2">
                      <a:lumMod val="60000"/>
                    </a:schemeClr>
                  </a:gs>
                  <a:gs pos="75000">
                    <a:schemeClr val="accent2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2">
                      <a:lumMod val="60000"/>
                      <a:alpha val="75000"/>
                    </a:schemeClr>
                  </a:gs>
                  <a:gs pos="100000">
                    <a:schemeClr val="accent2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BDF-4988-B901-7238CB312B67}"/>
              </c:ext>
            </c:extLst>
          </c:dPt>
          <c:dPt>
            <c:idx val="8"/>
            <c:invertIfNegative val="0"/>
            <c:bubble3D val="0"/>
            <c:spPr>
              <a:gradFill flip="none" rotWithShape="1">
                <a:gsLst>
                  <a:gs pos="0">
                    <a:schemeClr val="accent3">
                      <a:lumMod val="60000"/>
                    </a:schemeClr>
                  </a:gs>
                  <a:gs pos="75000">
                    <a:schemeClr val="accent3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3">
                      <a:lumMod val="60000"/>
                      <a:alpha val="75000"/>
                    </a:schemeClr>
                  </a:gs>
                  <a:gs pos="100000">
                    <a:schemeClr val="accent3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BDF-4988-B901-7238CB312B67}"/>
              </c:ext>
            </c:extLst>
          </c:dPt>
          <c:dPt>
            <c:idx val="9"/>
            <c:invertIfNegative val="0"/>
            <c:bubble3D val="0"/>
            <c:spPr>
              <a:gradFill flip="none" rotWithShape="1">
                <a:gsLst>
                  <a:gs pos="0">
                    <a:schemeClr val="accent4">
                      <a:lumMod val="60000"/>
                    </a:schemeClr>
                  </a:gs>
                  <a:gs pos="75000">
                    <a:schemeClr val="accent4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4">
                      <a:lumMod val="60000"/>
                      <a:alpha val="75000"/>
                    </a:schemeClr>
                  </a:gs>
                  <a:gs pos="100000">
                    <a:schemeClr val="accent4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BDF-4988-B901-7238CB312B67}"/>
              </c:ext>
            </c:extLst>
          </c:dPt>
          <c:dPt>
            <c:idx val="10"/>
            <c:invertIfNegative val="0"/>
            <c:bubble3D val="0"/>
            <c:spPr>
              <a:gradFill flip="none" rotWithShape="1">
                <a:gsLst>
                  <a:gs pos="0">
                    <a:schemeClr val="accent5">
                      <a:lumMod val="60000"/>
                    </a:schemeClr>
                  </a:gs>
                  <a:gs pos="75000">
                    <a:schemeClr val="accent5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5">
                      <a:lumMod val="60000"/>
                      <a:alpha val="75000"/>
                    </a:schemeClr>
                  </a:gs>
                  <a:gs pos="100000">
                    <a:schemeClr val="accent5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9BDF-4988-B901-7238CB312B67}"/>
              </c:ext>
            </c:extLst>
          </c:dPt>
          <c:dPt>
            <c:idx val="11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60000"/>
                    </a:schemeClr>
                  </a:gs>
                  <a:gs pos="75000">
                    <a:schemeClr val="accent6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6">
                      <a:lumMod val="60000"/>
                      <a:alpha val="75000"/>
                    </a:schemeClr>
                  </a:gs>
                  <a:gs pos="100000">
                    <a:schemeClr val="accent6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9BDF-4988-B901-7238CB312B6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Sheet2!$A$4:$A$16</c:f>
              <c:strCache>
                <c:ptCount val="12"/>
                <c:pt idx="0">
                  <c:v>Account or Services</c:v>
                </c:pt>
                <c:pt idx="1">
                  <c:v>Consumer Loan</c:v>
                </c:pt>
                <c:pt idx="2">
                  <c:v>Credit card</c:v>
                </c:pt>
                <c:pt idx="3">
                  <c:v>Credit reporting</c:v>
                </c:pt>
                <c:pt idx="4">
                  <c:v>Debt collection</c:v>
                </c:pt>
                <c:pt idx="5">
                  <c:v>Money transfers</c:v>
                </c:pt>
                <c:pt idx="6">
                  <c:v>Mortgage</c:v>
                </c:pt>
                <c:pt idx="7">
                  <c:v>Other financial service</c:v>
                </c:pt>
                <c:pt idx="8">
                  <c:v>Payday loan</c:v>
                </c:pt>
                <c:pt idx="9">
                  <c:v>Prepaid card</c:v>
                </c:pt>
                <c:pt idx="10">
                  <c:v>Student loan</c:v>
                </c:pt>
                <c:pt idx="11">
                  <c:v>Virtual currency</c:v>
                </c:pt>
              </c:strCache>
            </c:strRef>
          </c:cat>
          <c:val>
            <c:numRef>
              <c:f>Sheet2!$B$4:$B$16</c:f>
              <c:numCache>
                <c:formatCode>General</c:formatCode>
                <c:ptCount val="12"/>
                <c:pt idx="0">
                  <c:v>2429</c:v>
                </c:pt>
                <c:pt idx="1">
                  <c:v>877</c:v>
                </c:pt>
                <c:pt idx="2">
                  <c:v>2136</c:v>
                </c:pt>
                <c:pt idx="3">
                  <c:v>1311</c:v>
                </c:pt>
                <c:pt idx="4">
                  <c:v>2752</c:v>
                </c:pt>
                <c:pt idx="5">
                  <c:v>131</c:v>
                </c:pt>
                <c:pt idx="6">
                  <c:v>3346</c:v>
                </c:pt>
                <c:pt idx="7">
                  <c:v>24</c:v>
                </c:pt>
                <c:pt idx="8">
                  <c:v>179</c:v>
                </c:pt>
                <c:pt idx="9">
                  <c:v>92</c:v>
                </c:pt>
                <c:pt idx="10">
                  <c:v>722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BDF-4988-B901-7238CB312B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363615871"/>
        <c:axId val="363617311"/>
      </c:barChart>
      <c:catAx>
        <c:axId val="363615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0030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363617311"/>
        <c:crosses val="autoZero"/>
        <c:auto val="1"/>
        <c:lblAlgn val="ctr"/>
        <c:lblOffset val="100"/>
        <c:noMultiLvlLbl val="0"/>
      </c:catAx>
      <c:valAx>
        <c:axId val="3636173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003049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615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459933839411546E-2"/>
          <c:y val="6.7033238193638975E-2"/>
          <c:w val="0.8380132689144586"/>
          <c:h val="0.56748386517873994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rgbClr val="003049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9525" cap="flat" cmpd="sng" algn="ctr">
              <a:noFill/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78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Sheet5!$A$17:$A$26</c:f>
              <c:strCache>
                <c:ptCount val="10"/>
                <c:pt idx="0">
                  <c:v>Bank of America</c:v>
                </c:pt>
                <c:pt idx="1">
                  <c:v>Wells Fargo &amp; Company</c:v>
                </c:pt>
                <c:pt idx="2">
                  <c:v>JPMorgan Chase &amp; Co.</c:v>
                </c:pt>
                <c:pt idx="3">
                  <c:v>Citibank</c:v>
                </c:pt>
                <c:pt idx="4">
                  <c:v>Equifax</c:v>
                </c:pt>
                <c:pt idx="5">
                  <c:v>Capital One</c:v>
                </c:pt>
                <c:pt idx="6">
                  <c:v>Experian</c:v>
                </c:pt>
                <c:pt idx="7">
                  <c:v>Ocwen</c:v>
                </c:pt>
                <c:pt idx="8">
                  <c:v>Navient Solutions, Inc.</c:v>
                </c:pt>
                <c:pt idx="9">
                  <c:v>U.S. Bancorp</c:v>
                </c:pt>
              </c:strCache>
            </c:strRef>
          </c:cat>
          <c:val>
            <c:numRef>
              <c:f>Sheet5!$B$17:$B$26</c:f>
              <c:numCache>
                <c:formatCode>General</c:formatCode>
                <c:ptCount val="10"/>
                <c:pt idx="0">
                  <c:v>1066</c:v>
                </c:pt>
                <c:pt idx="1">
                  <c:v>947</c:v>
                </c:pt>
                <c:pt idx="2">
                  <c:v>877</c:v>
                </c:pt>
                <c:pt idx="3">
                  <c:v>764</c:v>
                </c:pt>
                <c:pt idx="4">
                  <c:v>531</c:v>
                </c:pt>
                <c:pt idx="5">
                  <c:v>458</c:v>
                </c:pt>
                <c:pt idx="6">
                  <c:v>456</c:v>
                </c:pt>
                <c:pt idx="7">
                  <c:v>437</c:v>
                </c:pt>
                <c:pt idx="8">
                  <c:v>350</c:v>
                </c:pt>
                <c:pt idx="9">
                  <c:v>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87-49F8-8495-A8017B0FED5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9"/>
        <c:axId val="1855744895"/>
        <c:axId val="1855746815"/>
      </c:barChart>
      <c:lineChart>
        <c:grouping val="standard"/>
        <c:varyColors val="0"/>
        <c:ser>
          <c:idx val="1"/>
          <c:order val="1"/>
          <c:tx>
            <c:strRef>
              <c:f>Sheet5!$C$16</c:f>
              <c:strCache>
                <c:ptCount val="1"/>
                <c:pt idx="0">
                  <c:v>redt</c:v>
                </c:pt>
              </c:strCache>
            </c:strRef>
          </c:tx>
          <c:spPr>
            <a:ln w="15875" cap="rnd">
              <a:solidFill>
                <a:srgbClr val="003049"/>
              </a:solidFill>
              <a:round/>
            </a:ln>
            <a:effectLst>
              <a:outerShdw blurRad="50800" dist="50800" dir="5400000" sx="105000" sy="105000" algn="ctr" rotWithShape="0">
                <a:srgbClr val="000000">
                  <a:alpha val="92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3049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Sheet5!$C$17:$C$26</c:f>
              <c:numCache>
                <c:formatCode>0.0</c:formatCode>
                <c:ptCount val="10"/>
                <c:pt idx="0">
                  <c:v>1.8545966228893058</c:v>
                </c:pt>
                <c:pt idx="1">
                  <c:v>1.6948257655755017</c:v>
                </c:pt>
                <c:pt idx="2">
                  <c:v>1.7115165336374003</c:v>
                </c:pt>
                <c:pt idx="3">
                  <c:v>1.4960732984293199</c:v>
                </c:pt>
                <c:pt idx="4">
                  <c:v>1.0207156308851224</c:v>
                </c:pt>
                <c:pt idx="5">
                  <c:v>1.5676855895196506</c:v>
                </c:pt>
                <c:pt idx="6">
                  <c:v>1.4013157894736843</c:v>
                </c:pt>
                <c:pt idx="7">
                  <c:v>1.4462242562929062</c:v>
                </c:pt>
                <c:pt idx="8">
                  <c:v>1.2285714285714286</c:v>
                </c:pt>
                <c:pt idx="9">
                  <c:v>1.6893203883495145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87-49F8-8495-A8017B0FED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64002095"/>
        <c:axId val="564006895"/>
      </c:lineChart>
      <c:catAx>
        <c:axId val="1855744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030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55746815"/>
        <c:crosses val="autoZero"/>
        <c:auto val="1"/>
        <c:lblAlgn val="ctr"/>
        <c:lblOffset val="100"/>
        <c:noMultiLvlLbl val="0"/>
      </c:catAx>
      <c:valAx>
        <c:axId val="18557468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rgbClr val="0030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55744895"/>
        <c:crosses val="autoZero"/>
        <c:crossBetween val="between"/>
      </c:valAx>
      <c:valAx>
        <c:axId val="564006895"/>
        <c:scaling>
          <c:orientation val="minMax"/>
        </c:scaling>
        <c:delete val="0"/>
        <c:axPos val="r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0030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64002095"/>
        <c:crosses val="max"/>
        <c:crossBetween val="between"/>
      </c:valAx>
      <c:catAx>
        <c:axId val="564002095"/>
        <c:scaling>
          <c:orientation val="minMax"/>
        </c:scaling>
        <c:delete val="1"/>
        <c:axPos val="b"/>
        <c:majorTickMark val="none"/>
        <c:minorTickMark val="none"/>
        <c:tickLblPos val="nextTo"/>
        <c:crossAx val="5640068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Sheet1!$A$2:$A$52</cx:f>
        <cx:nf>Sheet1!$A$1</cx:nf>
        <cx:lvl ptCount="51" name="#N/A">
          <cx:pt idx="0">Alabama</cx:pt>
          <cx:pt idx="1">Alaska</cx:pt>
          <cx:pt idx="2">Arizona</cx:pt>
          <cx:pt idx="3">Arkansas</cx:pt>
          <cx:pt idx="4">California</cx:pt>
          <cx:pt idx="5">Colorado</cx:pt>
          <cx:pt idx="6">Connecticut</cx:pt>
          <cx:pt idx="7">Delaware</cx:pt>
          <cx:pt idx="8">District of Columbia</cx:pt>
          <cx:pt idx="9">Florida</cx:pt>
          <cx:pt idx="10">Georgia</cx:pt>
          <cx:pt idx="11">Hawaii</cx:pt>
          <cx:pt idx="12">Idaho</cx:pt>
          <cx:pt idx="13">Illinois</cx:pt>
          <cx:pt idx="14">Indiana</cx:pt>
          <cx:pt idx="15">Iowa</cx:pt>
          <cx:pt idx="16">Kansas</cx:pt>
          <cx:pt idx="17">Kentucky</cx:pt>
          <cx:pt idx="18">Louisiana</cx:pt>
          <cx:pt idx="19">Maine</cx:pt>
          <cx:pt idx="20">Maryland</cx:pt>
          <cx:pt idx="21">Massachusetts</cx:pt>
          <cx:pt idx="22">Michigan</cx:pt>
          <cx:pt idx="23">Minnesota</cx:pt>
          <cx:pt idx="24">Mississippi</cx:pt>
          <cx:pt idx="25">Missouri</cx:pt>
          <cx:pt idx="26">Montana</cx:pt>
          <cx:pt idx="27">Nebraska</cx:pt>
          <cx:pt idx="28">Nevada</cx:pt>
          <cx:pt idx="29">New Hampshire</cx:pt>
          <cx:pt idx="30">New Jersey</cx:pt>
          <cx:pt idx="31">New Mexico</cx:pt>
          <cx:pt idx="32">New York</cx:pt>
          <cx:pt idx="33">North Carolina</cx:pt>
          <cx:pt idx="34">North Dakota</cx:pt>
          <cx:pt idx="35">Ohio</cx:pt>
          <cx:pt idx="36">Oklahoma</cx:pt>
          <cx:pt idx="37">Oregon</cx:pt>
          <cx:pt idx="38">Pennsylvania</cx:pt>
          <cx:pt idx="39">Rhode Island</cx:pt>
          <cx:pt idx="40">South Carolina</cx:pt>
          <cx:pt idx="41">South Dakota</cx:pt>
          <cx:pt idx="42">Tennessee</cx:pt>
          <cx:pt idx="43">Texas</cx:pt>
          <cx:pt idx="44">Utah</cx:pt>
          <cx:pt idx="45">Vermont</cx:pt>
          <cx:pt idx="46">Virginia</cx:pt>
          <cx:pt idx="47">Washington</cx:pt>
          <cx:pt idx="48">West Virginia</cx:pt>
          <cx:pt idx="49">Wisconsin</cx:pt>
          <cx:pt idx="50">Wyoming</cx:pt>
        </cx:lvl>
      </cx:strDim>
      <cx:numDim type="colorVal">
        <cx:f>Sheet1!$B$2:$B$52</cx:f>
        <cx:nf>Sheet1!$B$1</cx:nf>
        <cx:lvl ptCount="51" formatCode="General" name="157">
          <cx:pt idx="0">135</cx:pt>
          <cx:pt idx="1">19</cx:pt>
          <cx:pt idx="2">313</cx:pt>
          <cx:pt idx="3">62</cx:pt>
          <cx:pt idx="4">1977</cx:pt>
          <cx:pt idx="5">251</cx:pt>
          <cx:pt idx="6">161</cx:pt>
          <cx:pt idx="7">80</cx:pt>
          <cx:pt idx="8">98</cx:pt>
          <cx:pt idx="9">1255</cx:pt>
          <cx:pt idx="10">577</cx:pt>
          <cx:pt idx="11">39</cx:pt>
          <cx:pt idx="12">51</cx:pt>
          <cx:pt idx="13">500</cx:pt>
          <cx:pt idx="14">137</cx:pt>
          <cx:pt idx="15">56</cx:pt>
          <cx:pt idx="16">78</cx:pt>
          <cx:pt idx="17">99</cx:pt>
          <cx:pt idx="18">149</cx:pt>
          <cx:pt idx="19">47</cx:pt>
          <cx:pt idx="20">408</cx:pt>
          <cx:pt idx="21">292</cx:pt>
          <cx:pt idx="22">373</cx:pt>
          <cx:pt idx="23">174</cx:pt>
          <cx:pt idx="24">77</cx:pt>
          <cx:pt idx="25">171</cx:pt>
          <cx:pt idx="26">19</cx:pt>
          <cx:pt idx="27">54</cx:pt>
          <cx:pt idx="28">171</cx:pt>
          <cx:pt idx="29">65</cx:pt>
          <cx:pt idx="30">518</cx:pt>
          <cx:pt idx="31">75</cx:pt>
          <cx:pt idx="32">996</cx:pt>
          <cx:pt idx="33">443</cx:pt>
          <cx:pt idx="34">7</cx:pt>
          <cx:pt idx="35">463</cx:pt>
          <cx:pt idx="36">93</cx:pt>
          <cx:pt idx="37">177</cx:pt>
          <cx:pt idx="38">511</cx:pt>
          <cx:pt idx="39">64</cx:pt>
          <cx:pt idx="40">194</cx:pt>
          <cx:pt idx="41">26</cx:pt>
          <cx:pt idx="42">238</cx:pt>
          <cx:pt idx="43">1040</cx:pt>
          <cx:pt idx="44">77</cx:pt>
          <cx:pt idx="45">29</cx:pt>
          <cx:pt idx="46">480</cx:pt>
          <cx:pt idx="47">303</cx:pt>
          <cx:pt idx="48">32</cx:pt>
          <cx:pt idx="49">178</cx:pt>
          <cx:pt idx="50">11</cx:pt>
        </cx:lvl>
      </cx:numDim>
    </cx:data>
  </cx:chartData>
  <cx:chart>
    <cx:plotArea>
      <cx:plotAreaRegion>
        <cx:plotSurface>
          <cx:spPr>
            <a:ln>
              <a:noFill/>
            </a:ln>
          </cx:spPr>
        </cx:plotSurface>
        <cx:series layoutId="regionMap" uniqueId="{12B21F0C-B0AD-4607-A8E5-8D7FED0DA0F4}">
          <cx:dataLabels>
            <cx:visibility seriesName="0" categoryName="0" value="1"/>
          </cx:dataLabels>
          <cx:dataId val="0"/>
          <cx:layoutPr>
            <cx:regionLabelLayout val="showAll"/>
            <cx:geography cultureLanguage="en-US" cultureRegion="IN" attribution="Powered by Bing">
              <cx:geoCache provider="{E9337A44-BEBE-4D9F-B70C-5C5E7DAFC167}">
                <cx:binary>7H1pc9tGtvZfcfnzCwWNXoCemkxVAJKSLEuyJVuJ/QVFywr2vbH++vu0SNoSTFuaim7dYtXLZIYR
gSZO99NnP33479vhX7fp3bp+NWRp3vzrdvj9dahU+a/ffmtuw7ts3Rxl0W1dNMXf6ui2yH4r/v47
ur377Wu97qM8+M0yCfvtNlzX6m54/Z9/49uCu+JtcbtWUZG/b+/q8equaVPV/OLa3kuv1l+zKF9E
jaqjW0V+f/1HHU1Fvn796i5XkRo/jOXd768f3fT61W/zr/rhsa9SUKbarxhL2ZElqWU5hMn7l/36
VVrkwfayQQg5EoJxKbgw9Yvsnn2xzjD+GQTdk7P++rW+axpM6P79wcBH1OPzz69f3RZtrvSiBVi/
319/zCN19/XVtVqru+b1q6gpvM0NXqGn8PH6fs6/PV72//x79gFWYfbJA2TmS/bUpR+BSddf1tlL
AmMd2Vh4S5jyft1N+hgYRxw5zKTUMq0NcHIGzNME/QSY3cA5MG8PEpirEJvk1WmTrvOvuxX652zD
wBWWY0nubBffeYyOTY44cRxTc879C+htWHbDNs+laj9Ej0fPcLo6PUic/kjXTfKC/CPYEWGM2aZl
bhBgjxEi3DqybOkwQX7knCco2Y/KbgYzPP44O0g8vCLP725VdNuq3dZ9EbbhNiecUr4RatAmD7WN
DaFHHSgji+8euuGXZ1KzH5hHg2foeB8OFJ20qNdfi90q/XNoqHMkpcO5yay90BCTH3FmO1TMRJlX
PE3Kz3DZjZyDcnmQoJyv6/Fl1YwGhVs25RBRj/hEHNkmgeEmt1bbDJPnULIfk+8jZ5icLw4Skz/q
ZJ036+YFGYUdQek7JiVb1T5T/dI6YlQSzrmzYaSZKHsORfux+T5yhs0fVweJjbdOo7+LOo9eUO1T
+8jiTAhJtmbzTMMQIo8EsS2bMLKxC3Y7Y6tonkXTfnwezmeGkPfHQSJ09tK84xwxh9mWtO29SkY6
R9QxCZhry1vwRh+azU/Tsx+Z3bgZKmfXB4nK4i5d9+v6brc2L6D85ZFpOrawdus+1zf8iAlHMEq2
/s5Mpj2Hov3IfB85w2axPExstrGaV8Xfr2AZtdmXF5VusAdMGGGEzrwZ2z4yibCkoFuAcP0h4+xC
SM8l6ydg7Z3cHDjvIIH7cywQagt2y/bPeYpZMKilsMRP7ARi2kecw0eFK7RPEz2DoP0ofRs4A+bP
TwcJzPFdUQcvykTWkWBwMpkke5WQQ48QOKA2M7cG3My4fgZB+4H5NnAGzPFhGgcreG/R1xe03Szn
iEuwhEVn6seBSe3YlFkO3SA2Q+QZlOxH5NvAGSKrw4x1frgbXtTTIdD61GEO2c8oUh5RBKBhzG1D
0PCEHiqdJ8nZD8p22AySD38dpPT6cIcwWtPcvaSxxhH5x4rDItvojZkDiswAZRRe0C5zYM1heQZJ
P4Pm29A5PBcHCc8JDOko2q3PP1f6994lLGmTiscRG8QDjhDJ0cE1di/D4Jc+5JWnCdmPyG7cDI6T
04OE4/TrOnzBmCZjcCelaVs7X3/GKYSwI8EltRH0fAzHk4TsR2M7bAbG6WGGzk7TNMqLqNmtzD/n
DmYeEWDBEGXeL7kkcjaOoNzZuv+wAx4yyXMo+gkw3+Yyx+YwNf15pAVxoV7Q+mJabUiC2OXW7IWE
ehhzlkioSRhgKBZ4jMqzaNkPy4OhM1zOD1OfnOZfo/WL1mfII4QypS23HCPnprE4QroMiWa5zajN
HP9nELQfmm8DZ8CcHigwRf+SvGIdmTYT3GYbZT4vzpD0SMMhyFbZm7AGHgmyJ6j5CST3o+Z4/HGQ
mv583TTr27Bt7pR6SQ1jHSG4D9/d3nqKMyGGugxhcpTNOLPI8rPp2Q/NbPgMo/PDxOgMW7a9Tcbd
3v3nBgCyMzqdacF1eaxcHA4xhqQAY2JjGczE2HNI2Y/M95EzUM4+HSTjvC3aqHlhHWMeSQcuvkAp
zOb1GBxJkPEkDooEv5fSPJRmzyJpPzoPhs7geXuYPHO+jvIX9PUZh1Gm6y93iZlZeaaQRxYRhEEb
7eWbJ8nZD8t22AyS88NMyVwmKbzKF63NhC/vUMiqrc2li2IfmcoQc6aOVdr2N4Z6yDDPoWg/MN9H
zrC5PMwqs4u7/tWnok5eTsXotAuVFtOVsfcvxIofYmNzVG6aJgfTbLCZmWbPoWg/Nt9HzrC5OExN
cx7dhlGwzl8QG5TOwDSTSGBu1v5HKwB2G5wd7fLo1wyb51C0H5vvI2fYnJ8epBVwHjWN/rcso5eD
h6L60kLw8lv0RT5mHQelMxzMw6wta/0Az7OI+hlCDwbPQbo+SJAuw+glg5nmEUMUGTGabe3MTLAh
SWabErEz67sV90jpPEHNflg2c5jhcXlykHhopina+iU5BvVKwkahH9tmyBAae6hsdC2gbaNkdndO
YA/HPEXRfly+z2WGzfmB1s4WuXrRwBlDRQzKzIlEHn+fHUBMSDOGZLPQtTQPGeX8aVJ+gslu4ByS
DwfJLhd3X+qXPZOBUzNw/wm17c1ZMnPOLvIIfqjOJu8vnX0ORfuh+T5yhs3FYfo075BWbsa0W79o
8SzyM45E7ex29e8P+z0UZ6gyc6jj6OrNjX0G++0h5zyXqv0YPR49w+ndYYYDLu669UuWyFCUXHCB
mjGYyfevmQVNiICNxhHexOEz/YJn+hChp+nZj81u3AyVi5uDlGyX9V1QvKRfQ+FzOiiQpdvo5cxw
JpaJUj+U0dAZHE8Tsh+O3bgZHJdXBwmHdpxP1lnZhNFLFjUzeiQc+Pmwie9ZYZ6k0Wc0oYkspNY2
12d5zWeTtR+j2fAZVBeHaULrSb25q5u7cSdX/nlSQFcFUIDA6X4j2kaRBnxSHLLfiDw5s9eeR9PP
QdrNZ47Qm4NlpvO7Ibp9QdcTTQKYBbONsK3dNnM9iSmOCAKe0nRmAk5j8zQ1P8dmN3aOzflhYlPU
KnzlresClTXrl+Mging0RRnTN6tgliWwUVfjwCgQYovfzA29eDZdP0FqNn6OlnfAaC3WycuW2dio
LhcUnEK34uxxyAAyEFW3uiXHTtzt9snmgNoGq6ep+hVSu9FznBYHidN10f7vcBWsOhMnbK1d+fNM
6jnaW8IhAbRI2SA546rn07Ufq/n4GVrXh8lVm1ntduDGN3kBGwIaiiKlA4Nug8VMAmqusqiJ+jYx
sx6eS8+vMNrNZo7QYfLTR7UOdzLnnyOjPVYU5MDO3lrhs5jPfYMhG8UFlpjxz1N07EdkM2qGxMcP
BynZ/lzDJcoD9aK+KvQPHFFuOz/hlHtfFQekdjHtmUX3PJr2Y/Nw7AyhP/84SIRu7uoMUd+XYxeU
rJs2t/DPTNugNYrAYUIpYGbfv/juoRu74BmU7Afl28AZIjeHyTM3EU4LvmhUVBetodeGqZX9/WuO
jHMkEBJ12K5zyhyZZ1D0E2i+jZxjc5jc8uddo179LwAEAJgFiQaU7l8z5Q9DTcB7hXu6DTAAwIdB
0WeTtR+l2fAZVH8eRoj09pct9x6aaY/u/G+7DUoURkH3oPzmsdeDo4Ro+4DThLuC6rkt8LgF4M/p
2Q/RrIPgoykcRn/BP6Pmtsib6CWj1oirQZdwihaDm9djTFDugVJdHMiV+0/dPouk/Xg8GDpnl9P/
Gzvg560hv3XPXKzVennfdvNBd8hfX72fPXqBzoZupc9e43qztU+//v5aEmo+4C/9HY/E1q96Onwf
f7du1O+vDVvAmZVI7enzVdsGaz3Esb5kHxFiI6uHfDn65jB9WCHXER10B9VNwVAn50h0/kDjFm2i
N9rdvr+EcmDsD+ngHMS99b6b7bsiHZFf+bY0279f5W32rohy1fz+msALKDe3aVI5QwgercfQU8lC
bktQPfPydn0F61ff/f9GkickHAfzJBkKLwv+TgPjchj909hxFnmfn2SR+aYx/aX0279IYrgxbeB9
fWuFuocEXVz2AwkUNdAUTIHztQSptYckFFyI0nEC86SoR/Oida4jIiN3apvStSqzX8SGmbos9c/L
MoiPcegwX/bWJ9ZZ3hQu8tIIzs3JcKPCWSmZuKVNLqpQ+C7jnUvKeGF0Qeia5S0bMtwUum0eukby
OW6spf7PkTGXRePHZiqOo6xxG2M5cnnCClWFbpCIt5XZ5aM7mapoXaNuKF2YSeuNNL8ZncStsZtO
BuG4GQ1cZtGzoO1tN4qn90xhAk7quJFjnHMeOy5VtFk2yVtmtO/9dCqXSdC6liHVeyE/EWosm8Be
Tw0oyGLioueIx4TtZZV0zTBctkW66IbMq9vkajD8D3HV18ukyZadKj+30jKPo7R9FzT2WUzyL1PQ
eipOvEr06bGYQEavVOrSPL/NBmYeJ7EzuqPZ3+YsWASibd7mTc/d1Cy9UjR42LSKEnoZZHGAeAjw
3jLyFvDNHrwtyrGOgnDbgPfbn//5UGT4937M9w91/97vf6FycNP495d3obWDNsOb+U2amm/fBWK2
1GlefvTHD3Jlx0szybHpI/yTi88TK0QyGKjfOOMHsTLr6KvZczNkK0l04QyONd0XolHdvgTW1FaS
6PO0aCSMEzY2sXDwVoDLd5IE5Th6lONQiBpcAQ07SUIQIUC6WqL1I3qlgO9283sEIsToHi62LORa
H7KxiSaGNsVJRQcJI5CnD2I/ZOOssptmSET/lkRlOlTCdXqFrs8uUoWFeVaUnWNlXlzZamqPEytL
M/NPha6HZJnkZdZ8sDKmptqFsWJay7SO67KPPbvLqxICQeRlI5TXxnlEWq/sB5avGO3zzMtzOZ7E
Rt8boZdzy8q607pNs6Zr3Em1uSrP83SM80XXRU7jSqfM33I/Ht4URtaZp3EkxvOR+eAmWpVvckP8
ZTRFd9wXnR145iAXksfl2zhrouMsHlricp5YH0IRTbkXhW1vuDLrk8B16k4ue1pV/SKtp6BwRSqG
qynp+NosLT9xIZ2788gM/Xpphapv3bpro8mVNDDT43zo0uOhq1NnwWURnYosqOwLKVUXe81oRseV
YRT4znJUx6pOOgii1Ei9MGPJSenX/SqeantybSPHF+cs9gcv6/zu0uJ+/kn1I7nqRZh3x4WK1SJs
mi5wg3K0Bq8JxsltkqxexLzq/lI1G2/8qbCFVwdVOZwOhTMkrl9zTJT5Zmv95adx9bbnJD1uLFEv
GUm6pQjKirgNqd/2RUHKBUqR+6UpaFi6UdLzU+E39o2Mx+GtpXrZHEcxq9QqbGrI9Q5bfWHQdjTf
VyJZWsrIs2OqUt8TBR8mt4sVxGkTx4bHu6yzXXTLqouF2TLulqLLTqrCDxdD0LXOyur7ftmrWCsy
qwtWo6VMLHRQltwjTdr/bfuRuZ44CVYJR8PvVeJH9dLM2bjOEGq2VrLO+HFbDOU1yevwLBEq/asw
Y+H6Zkd6D6pGnaRdGJgLq7Yvs2ysF60V+ss6LOzKK8OUYNOQgXTLIEir1dgFwzK0a3k58Ko8rvy6
9dqKBW9C6Q+2W9AsuRYp5aXLwzb9asZGcar82DpVmZ0toP39z+CGunPzmMgvftaRyB0b1SXHgaqs
D34atad9ndkrK+3s0JW531w7rLs1e24sutGZFr5Tj5kLDohOC7ukmTcGQye9QDjkbSZS9iYJufNJ
Wy7HXaOVJm8mQha8swK3sTKDLhq/+sBZWl9Ujjl9SVXmL9oqGG/aqMxO/MkHCxqGKWO3NCa67Eqj
uRyLIb+oeBz3ririOHKtLvI93iTOgoR+8VEElXJ7Q+anuYyCP1WVZoPrKD+9Slhpec2UlMedyo5V
4WAf2j5rXc4S8z0PK+hdNVC5KnJm9ZAsPvHPytKJ3Zar8rLOfLlqhJne5SQZTyuJhuZDWMVuN4zS
zX11G5sRW9Cx7z3uROwkTqX0Cmath378k6c19/IkkMNCdpZdJ4uKcuDYu2UVlq141zeGH+CxCRft
WLv/Xys+aJX/yPPbRQG0irMY+5VSnDmQ3430+3FbzShgY9uwoRGJ+GZIbzQjzqTuYkiUoz2lA9ty
qxhRhULRVxc279Yq32pFAtMbTVzA7wQlkxIdK/8btUihlB9oRf1EFCFJGLeWjeQiul891oopieuc
9Am/c4ivWrm0SlZCdJtlF003nLdlsmZGzZtVXo3NyBbKGng4eEbhm1+CvGa54RXWkNhvZMjHdpFI
I69OepmlzXnKs9IY3SIZePmFJyoeioUhRBpTL7BtRu7soRjbqzQc7HTtOLz0b2lGK3ERiKgqqZuR
qAEprOR1dhkSU/X5Ikh5nZRu0fMse0vssQLJQZaR8czKaB7/bTRdgTEPIN1jOyBM9GiN4CBZTKK8
TtdAYrmwIx5aDjbJojYUoXPn90UeVycqYyk7SVnX1PbJ1AQq6r0JRkX0d2r6keWvfv34mQ+EpC9K
xfXhWIoQL46OS+0jPfCBppg6kBoi+hqThCaRpwrKKeSptIwqXtVDH9RqUYcqYPAcmDGV+bue0bGx
PMIm0dM3Ctq1SdyiqGhNLtC8vsK1XxOp1+ChnwbbDc0HQSh2OMw5NttH/TgNUT3x5MTOjTrhnp1l
Nv0s6iSs8yccsh8fhd83cGxLoNuRjQTSDI7Mt7KxDURwgv1qqNOOJwU13cGqMrz9elaPXT80ideR
JweMoU+FaWZ7vPJDGBlWWFPjqzDqzrQWwWQHdrVKHabwrLxWQnxOuOkrRC++WdZP7zj9XCbRDxW5
MQu9NebPLduxsAuDOl+DEZwk3M4s0+avkPlWHrh9HLXRZe7jl0qUG4YFfPAnpv3YVNbTttHcC73w
4BIgA2fPTOWAd5FhDiH9atipXVGP96bg681yF1NkpxeRQQpyTpNqbK+TxjSn0EXKKn0SAFj/D7YV
KOEWUk6okdQHjJD7mAGgRGTGY5L7t76ccl4fF1WZ+ePS8LNGjsejUw9A5ddr/+PkUSQrcIYTnodO
888iDqEdwoYczforEz1k12okYiLJitd927Bl5PhMfK5brHrlNgLb83Nhjl0tl11UmGX/xEYgM/mM
BUBjT/A+xA9aFqEJ7uMdGMgp5rJUxhfUSNqZcTKoULN5NhQhrIe2j9nEPMQFRqt0B2lRUMVhxrfX
WSni0csNUufXMgszsGHFi9q6yroob778es00d3/nfmYjcYgj+iaOTaCLP7hlxpJtD0POrKbhy1Cr
GpvAbBMTi2UOPeWGO9S0M65LK6k006hes2selUH73y4WqpzRfYOi6YnDKIPAfrxYTmU1amxE8SVP
uQHNFEMmT73bjaYa+Rn1ObRZE7RoDZ7FPIeeqMusJvzEMWKjS9wqhA7R+mwMMSqPprQ7Y0NSFtkT
wlL/ksRsvbBIkGDIb+uYt+568FCiD3ANS5lP9EvjW8LIljFiMQiOVJOKytzrq7ECcYaddbhWjFVW
jAsnmUbjui9L/7SRdYqwRzZN5niWhVWufDeHb+3DA+WmkV6JTAZT5qGf4gBBbxkxwmhvzElqpyyJ
/L6qnhAYBMnfRxNCN1OcEJACSoALNGucSQzszLzq8q78bPOCx9wrTRRuVq7vt1LWHplsAwrLHzfS
M20ZrrX30rskvoNLQ6+oqFZtT59maDaX4jjKgzQdIgjoIKkFyWxbJAOiUH5YlJ/LGlxULSlMfXZu
kZCOZ7RpRyyH9Lt0usnCYRxttw3rvgo9CPxeXAXV5Bsndcbi6aY22kZcOJHQZs/AuiyVx0nLNTxF
QyW20NjZvLsq6ziZbqZUJH3immmqVXGE1QdARS5DfEgRl5punGwYgB3l8Yi3ZjID5SxK3tBmJexW
Y5cMQQSzqbp/vHQCY4RbUQwxvqKASQTKIyPXFo8qeZash0YgILGSXU26a0aLSb2t68Sv3TTNaoQ3
jMDPhpOAwWT4lDu5z246eI7YZLYTwHrqqryA4fVr2TAX4Vh9GwfeERhBnBi1vLOtQf0xD4gs088T
yZo6gKI27bJx+yIu0lPaVj0Exa+fOJdGaKfHTItAbyPmhAj17Inw25uwz2j/iU6t3ox9y7T4sxo7
gfIWXcXFZz+mEzZhb7WqCc5tCBbs01+ToUNXj5iCIi5u2VBcqFG2GGz/x1w+0a6tDCmym4zlmaLw
Nltu3BVVWEEahUmTk2Xt20X0rmucABKnDHkRLANHWV3hoitKn3ausoLqLPUdcT1QxF9Gt+mJ6K6U
Y5iRV/FpKM6wiczQjU3mRyWiIIJoZg9N7MOiC2FdnPpxojTnd4jZXaLgxi5HlyY1HbrjX894LteQ
qHNMHfK37n8PBCmDxzNOhB/mfdXYH7s2N2Ga87q2YJp3k963+MUdxk5C0g/YtkMiEY1yA3Vvrxui
1FuatnFv+df+IPSWtqpoyuqTqLSoFpHV1JhkVaVdiWDXxMcEXOf3mfYUyOhk4E6bVGCjX0/Jmkk2
BxaQA7UJqQYEUfE3E9UVzbOpiHPro6NCxOBWqgw0AQoxIc2693yMY9EjaPNDxL2VB1mpRUpdVlA0
RkjgnJCB64+KKsEvDKUyttlJ1CMIWbnV2Bfiwq8G3BWFVE9xDDLRrBLDrumqROCONt4IfYHpPjG1
mV+DqSH4jzJGsAosdth7j9FSQ0LstC3GjzTotKRSdYWtNaVTVNwq00ms3B1VUU03tpVr/ZgZBQEg
g8jSYFxOmSAqWElqtP1HWKk1lqO3Y4rdR7sJ0iSPDIktxvq01NKthdg8iayyh1hTsEjwwEj5Jv6C
50iwFFnAsBRK2aGhPJ62MVgilFaMvzbro0Wh/qmoX1naMx7FzzyhIQQsbe7AmTZ/MHVJPzExisr4
0GU2gmSrjXlrhc7QJR785TDInxILM3WkH8lw9MRChBH/g9X0eNnNuIAJWQ72h6Yl2CFqRCcshFAn
hfVhcckKvvR7oxgaBGnpiAVPOz+HyQKhh1Xq6yFV72zROH688hVzIAzAkN1VjRN70ACZAcZXQw5F
tYUtqPocSzmkTg5eARdpOIJk0EAYcUTwJsdYdldmkRWghCcJdBOCi9r7/vVqM0kxuQeWIiavlQCE
BGLwqI+dezYwBxsjMIfxQxiOIvVd1Sa09Pze9OMLYU2sHpdVWIvScSVC/HHo1nUVVW/MtKUDIqqw
doyzOsgMdu5noU29qi+G4NaMUvOk91smFomdF+lXFqdTfZUVIsNPNU4k7S9ZR8xhWjhxLnnpVbAf
m3bV99zpLuoq9AeErzMzI28R0CRykedInHnxoNrad4vBqabYRYS6ZoMXDEkHZuimuh9TdzB4zOKV
tEjLECxVI9NxedL27XEp+5D4sN/8QJ2q0IZl5tlT2k8TnHVsxfJ0SEa/daumjMWqk3ZAFzwzhulD
LworumlZGvgLypRFvBH+aTG6IlANYv6R1SdewNPgBD3P1KIqzH4682VumsekJ6G1CozGCc1lmRQZ
+zjyLkiMj7Iwh+HDgPikOjcalRtX0Bh2+5XXQtQfJ7sL8sItESAPm/dymNLk2I8Qs1lNBXOywpXw
sq3Qs+upqZwvJIud/GtolUU3LLBVxupOtqrvTS9J+4bEJ8rPK+4s4AfwVBz7mZGIC0lsI0mOO1Fa
TRrehU5OFVZ5INSp2flEiw5beiJ1U4bvUZyghLnMc1aW9mkr/ShM3+Z8SKpgGXeB6jtE+f0gilZG
wYpIXHFV18WpiFkYOCvsFUGRa+0mE2o9bZyol25gMFEhv+DXUzye9kFjhNFxH2XQNl4iewYB25VR
y/8qjFbw5hSbozd8r6cwW8hFW8Lqkq4aqTOIyxSRCbypzYdGFKW4hrQ4w+OmomHVl6mtpNW9iUVd
BtYJGQzk270x5klrHw8ImGcposad1osmNyJMJ6AcSmU9+CPqMryYh5IHl2Nf9qX9LvaNuE9XdkIN
qzxN2lE63aWIKY+kW0mpYxJ2rXiY3NiB7xvTGWNpg5Uyxgoi+xxSuwr5mUH92k6R/6oikr5D/Dt2
/GUfQxAEyyLCuYTag8jSJI2dkSLNZQbhGFULs0ziGul2ZRo8/8sKrBzPy3Rw+mMbOFXl1fCDsbKW
00bQIB4Rof4S0A+Txa0qqW16FjaYPZIQJKdiFYe9XjGaqgRvRRMq4zrPbC3yWacCx/ZkrwpsgCmH
vXGskPnAfeVmqqHiE5avihEdsqFLGh9PS0MCJzMnkYaHlCy0+J8kHfQ650zGiJAZrVEDCiNPnJDd
VRUcmmpVRxEsLa93yIgUSeSEvDWAIGur9kbFeRvlWC8jRPI9bCdGhnMntjXJEZAup2uBnYUnUFyq
vvjGoDeYqA2NPB8NfJbKTC9N1xHcChXrVD1o6FDRgzlu51PXlFZfEEYM8RkfykJcJ5z5Evn1XiIA
hJqBkGAttrvHnxqJr7RjQ0/OV+P9YrTYNbW3tXEln7j+izY8OadmVBvX26U2NrfvFnlzHyIFVnJu
W2UGAkhuhN2XJBJlVB9HOR0x6cqa8Au5bmDRIDKv4YAHhXT5Bqhi6hS2Gjzvtg5OcyJHn7skCbtR
XMqsLbBKnZWluMUqEWOrPYQ5/E66iTlqozfIuIUPUzswqy9ys4JFCQ6CXNvMKbQi+GheWeSiJydj
62jv3NxAu9kewk9SrI9gEUYsuZ3qyQ9iDLFPA1Lrx4QsFPhwLCrTDj9ORsRahXxqSPXybjbS1I5I
HS0xSf0tJKobjEPRGvIxbqNCTfpmQY2pn/BHkdKC2UvD5HkSn04oRBzK40BHtMxlH7UFeFrGgY58
NMi8fok626q+EBHk2D4Nh8WKydcdjN3LRlfo4AutTr+xLnDwluamZods4pr+vBVB2H9s0yANolUe
OPjesKIkoCdJM9pEndHNXoniRir7eLvkMu5qkDNENMGXQAMUeHhcRgn0fEeqSZgfYbnFTrcoK0Pl
kWc2gY+H8zjED3QtVFoitpkiYICQDWAK21O7CDQ7t9Cv+CwZWxE7qwTG4jC+obJJh+JEscLMMi+V
LM06128CRGmJJC3uD1XV4A1GI08vsqrF/49ZjyAaN3uCUFGFDEV60SXKR1Cgr2M8nYRB0d2I3B/g
BfjjpPd+jyb4CH0PtLIgYZw6TFtnmWZQsdlyMHJfNqdcQlUNn0wxxJA3QVoUSXKyDZLHKg3reNWG
Kfzd25E16Bp2UsYhluOY3vNMVTgpFqzx+8SfbmjoFL36WNE+7MWJ2kx9kEGDJaLlMCWYURL0DV+K
ySSQckhU6+UjQ6l3DeJVeotv4qdOk/RYAdJaer4qiiy81djguL+KEApFqVA6Ia6MWqQkly5CFqPI
zmlJatwhRqJ92I63DfbVJsgyEaQG/VWbV7VvnQZ+NeE7pk3ozYdbjqhhhQQl4qU+QW7wM/LCSZF7
KkVggp9lidD8pFgfIbUQJI6CqKTCH6HzmhGSJl7Bs9WL10ZUhwqs1kmQYYjTPMBw/PIhZvmph3nm
G296v6nr6ELSWAcpixbq7txOfCrUe4Yw1ugvBz82xnAl+pKnzQKhCxzMcW0EgcRnFlAClxzKUAL8
yWATZiXyTKuNjPt6u9VWTbD5NisZqwKRaBqZEe3e9BPPfPt9MqHm4bqGMY2owlRWUnyGvMX+Mvpy
wgrEzNRz8EuUUlQruJc6SpVGsFdhWcus6MvPQo5hRb6wIRXphRBVOforZhWNMv7uIxIP/hIajabc
bVLEvw3PSYld3yAi2SfqgxlUcRB4Ph9pOFz1Nmyb6qvsoq6yPjW+g9DEcZ20XSY9w5qa5GZircUK
t4V2GODsE1LAprRtLlvSYpdnsbS8Dh8adufaPfJtw2I7kw2WVRkjQOyh88Oop3UvbtK00/JPjoGW
JrD+NfNGTabvyO+j98jh6884MQ3cMQajvtGniE6gWgtFKfr+1C/BygGsRf9iUiMplzEYVXOlzPSV
7ZaFTQlJJHH+Cpc28XAtTo3Aq4exprZLrNp03rWhHfSF26OYAUCPky+t077KNZcHxqTDgQ2yX3hj
MMvUaTWZ2N/MRP7hAnFLTXkSIX/6efsgXkuotApbxbjeeGw5StrsxI3zsmXvk43ASjaBxgq9ZbAb
jLTSQcimFjVjiyzIUJnhhpVojes24iXmrHrkJrs3kRVoMy5kA55hd6kmq71nOKNIoEdcn7eayUtL
J09Rhfg/5H1Zk546tuUvIkLM8NjAN+Q8Oe1MvygybR+EGCQkJCR+fS/sc7psV99zuuK+3Ih+qXqo
SgMfaGvvNcnt32ROt6jvoJTQ0zgeGB+wGkH27wQBcOC96PXQMeDfTXQY8CsWxUNe/APw9dtADywH
9QFfcITiloX/BiuzBRwC8OroiQmR4a7ztnVYDatAmZ2DZF9BgwXwwirbzfu9/8N09+tst18ekaQI
v9wP68H1fxtslXEiWHUOqOpHaeTAgHEXmAOwkv7+Ur8B6FhNBGlnuBYgK/xnto/1P1Gia9HPBUUr
+dc3QiAPFfUsaZLcIWdw/7rLjO0v1XQcb1gkKsEr+7M4/v29/AohwL2G7wcCNTw82E9859Gv90Jt
HAG+5e0TIqdQxjrod1CitcbJRYdNoHX+p9/53y8IdS2AA5zzEgFc/C5Y/enhQamSEPI0+ji7CRtF
22PHv8h9j0/tz5X99w8Y7rDdv4b2/QmB3f4Q70WILv8dyHQDT9ppGTBk/agYK9t20N5nsU/To0t0
YY9c0k09mDX2vBnNtNfzWKE0BHpLsB/9wx39+qXjjjBK7dnDcV6mkBr+Tov5kgRr7uP5cfixqFb0
dVjjzvQUdb0rbIdXwBLItqKmjLE5oLUI2H4jXMaz2Wo7Y7I/pmMsUnDHKC2+Rqmf8X/H+qDhbefj
KJ7r9QefJX+U2b9/iN9fI14ciGwIJpFFEoY4ZfHX7wb77rxELrC3TPd7Zdq+N0JSp5N58EFhEhxR
8f8OdaUgQJBrhlMCv3uVdsv/r9fLHboRRDmb2z+3Pdfu2iMiUFlFpTQiP/+z6wHy34+6x8KATyD5
t3IQrxRItO347Y9tCU3y/jbyfsC6mPS8bxh/f8HfWCgMe1BolKCtd19CmaEG/fqEE1kYtJOy/EI4
AN0/P8Ao6/emSsUQ3Z3tWlhIwsiYqCivcjWAE6gGNG26XuLJ5c98JSgX/3BfPyQiP60goH0QLJQQ
7nyn1hEJ9OudEQJmJe+YPqktIkwfotTtegKDTE0j/tDbBEq6FroFOlpWI90w71VL2i7heIX9FtKg
tha9BHZzHSVAD8j9SKH9EmeP3T0Vt9R1feh8TSOQRq96nkcMMopDij4fxsFs0VITQTI9NoVKAZZd
xy4UcXZf/mDk+gzjRHwHsVw4u5u+ZbaElMfYrAuBanBISM4YFfJubIaAS9SzP1uMPMCfsar/0Rig
xy5Q7rPvhejHsNB//zVXNkYovhju9o18tVGAllRA+jvcTpHBz40mKTP5bayHvR0LfnQnEvQm3huR
Rbh1Va+XMdyqSaty6ppM5gM31V+gxYyNDxr6H63I9x4I3NiK33ebi30bzmcbzxeYDvosOshC4JJj
j7nAXhLwDV1bD25ECukJiPzAh+cYjWsZ32Z+KRN5wTMS7OO8tgpIqf8xSZWr1/HcsN6MAE6BoeTg
CSrOlkLQOjCiXclYzchMS6P7ci4lBKftjOUJsaIv7SY+gDHYOSl0cSTKbsWiQQN86CTw4rbBdw5B
wJGpOQx5PYZoG//wGB51cZlmbo0+h6nzS3GbjCuVD1NZ8j468EnvPgSJOHe31HBxgA0/TMLj3Tar
izblKxIAW7A1mqswLWqfeLpe96Ve9FaBUF47zMNlocBsdozoU0KGZX3PyNh71tAELfNUjfk0qpcJ
2ElgquIHafZnNZnBaLfZdTGi8vLjxIYsMuiDv3dKgK73Ts9PEFSzP+fI4Xs/N+VDj6FLldC0yMoq
ko0halErctxG1PdRtfaBLT+gDIviSU5lMBzHLm3TirXt+pT6LuWN71Z66hIbnzsSbxejcvYMLEI8
5iqLalem7DbvloEA9bXqA8VHfU7aVOgKq4+9Q8k9vLSkE81kCJkqylRyxLgKUCia0qtCks+ix3Kc
VpldZ2u364cZw9slgTry3CUHLjpzt/FhIQf01cuh8CQe8MVm4xcIM5+iMJFXKgnaq9Hq5ZBqgMiQ
krRnK0zZsHItHnLJZjDzsvva6Zk2A5MtjB/T1KS0nC+LLRqPnk7gcScJsSs6ST/VCZ/y44p/8qLA
RPWunDAnKBfo17nsh1PvwmGrfMnTI+NEPMkE6Ho1AGTRVRCL9nl1W/E2BFOKYdyMH9Yi6g4EguRL
HB/HukoEQXydAGg7qkXjyCGe0wfAfx0UR0tcfg1B1mAiCWX4aCPOuqP0U3AI9bg8apsAMkApaLR3
5jLWyvdVOq5FTfOSsuKls1HpL6AhMF90lPDwIIxcMKh0I/PQW6fFt2JJITAOaKAuxxKCgiYJF/7g
bNxj0hnFVaqXcK5pwcQb4VpeO2R9Xuks3L9Qmu4saGvXS4eG9Ibkvb0Afh1cwi7CoqZA9fsarms8
VdtWhAyDrwxeVzmv3yBid3XUhdub1lxE0ARIyBq3TePLZYMcKmielGnktvbuMjPt3FYklN2tD3MU
YgxFtV3jIb6EhX6Ql8rN6hhJE12lu34YWO3HdPVfiKH0NgmxfKw2SwNwkHRV66Acb1Iv4kOSL9Ot
ZIl69dKhqyIgqFtdmR4qhr7OuxZq7MDEyRu4ZVHF0TCdBEb9KiLj8uDglnrQzC993S9L+zwzP78o
J8eomp1xNQ2V5BXH/YEzLYCaYeE5ttWJK9b7MtJsqKfN8jc+yq0CTTN+xDlgcyWlDR9K0AAXMlJF
bRShl0k3JW+6yNw1B2JvQRwkBhelS0VNMGOmNO11VgSiq4awL99UgLakKdBh8Srler7P1qw/otBn
WV12W35eQsHuobSBOmNl6jkSE0TWxoUnLm32pmL6vGLSfd7mcStOs0x8xeex/ebxg5zYkhtzQCPn
nxZVprRSyQzOtW8XGJOsvchKKLZndJJh1ea6fC6npXyPnYw/cEXFu93s9s3gA29sLqKbBNKAE8FO
0cxuXp7QIQZVuk72Guaq/vNGxHSKh5BCWwVA+JZ5kmAvc6hIhMNJhV27z8440ITWUk/81KdGPUOd
FeP+bXQZkik+8izWr0DW5vtyYuoc+qF8Gke1XbWazweXo+RikB272ykhy6UyyXo/aao+KFjxvsS9
RXGIZm9vEz9i8QCVugvjxVw5la8X3epiAeSlmE40G5MGAy6UnwAuyostUPSaorw9bFHBnguAH6/z
ViwfsOG3Zyy2/GYLgwUqpKw7DiVNr8FRh3G9jOXQFJufYnzvajpubSDue4Do960Tcq6h7SBHtfL5
VS4maTEeb9u1KhNzBalRj/l+FB/aeCtH1OzRHeK8L84hWLvayi25K2wbA1tXwdeARlCRXfs02bqy
9qNDt9rkBqB0cd2nsc2XA8GRAcNSDaWk12sg23vgJMNtkPjp47CoN/wNfAFLF37UIzoYbnJ+60oO
AWUqw+6yFDL6bAJq1npgK7mBWMc8d5G184lFQ5zUJQvzq4QKVRxLMk7l5cgK2YCJTWD0AGPdFOU2
5hXfltJWY0ynWxGAsb/ywZzjt87IuqjrubSgakKnwvViSubxLnZJ8JDDSyDrzMGKcWClVI+87ex4
AGnr2dXY9aJrAjWl0DRSGgan3Gq9PfpiUoad9taDNOXsxCB6/GpibfvLHlO1GuowR+dSp6Oh9gZ4
B9d1bML2w5pvwteCDNk1BHc0bNYQLeLVglF6+Zh2mN8U6oiSS5qhcWonCIPOdsnyyzRyZOIfttjT
yFbezaQ0lxGKHbkoEmD6p3nwk2qY1al5KoO259DQtEOpKgX3wdDXQVK6py6G7qWKWDI8CB8G22nN
MBfWJJ8jcr2W3E11pIDE3+QDymkDidvWCGBTlzxaujoL8/5yCbzT/G7wQVZuMX7+ibixAdIy9rvO
SkbpeLcsCS+Wxmc8GyJA5FpgPRQgKGsT+miE+8cM7Lpn4FercQJQW2+Lm6cqHj2om9zw/jx1SSoO
Lai+m74D0Nlw17lz3CZh0WQFYTlALa7Ci75VEoSiSXNfRSv462yJltsgLR0ckJwmusqTPgaYBtTt
YygD9dXCmtXECj6mkxA0jA+tZZGJarRwLBA12HWIydYqZ9mjDxKRozEzhe+GGpV0wf9BkKBDnB+K
0FxkByYH2HDaOXTloR/zMGcHGTmRpjdhYDPzDDp2pGc+F8lba+3nbWPtc8vk57aUKa8wJoxPK9QZ
B1pQdSLYPAiKRKZAYOXb1eCj4VbFnTlapspaznKTVQ6hpazGMR2f1DRkjVKZrwxsKaivsL98WVq6
HXMxgIhrHcyvcGySOnR6nZsNm01yX2oWP+WQAKmms0Br8D3gg6mgaFu/hkL2D3KedHHQed5eazGJ
JzPrpT0YmKXoBXDfNq+C0ZUXo+BzE03zcOxnmj5NPQkP5cLEVU/T4CbqXXIVSdCOotWgn0uMRU0U
UUQkm9ycNhdFQ4VolWFsSGlnfZBhJm6hAFyXC6lWWpV6Ja6e+5bDzqqtrMpwpFCBQtJoLnSGhzt4
wNRPG8Wp1xTM9XziYMgahUW5Vpvv1S12eWz+XdYPTcfRX+AW6CN2ne5o8jKrzSTZR9614WdgZ+4I
2U15EqQcj7nM+X3AiartmLEXMo3PA4eWq8Xgdswjyl/FGi2iSmMhXmNC1aWJYupgeHO8qGGnTS6p
jPDQLQFG3TlbQzIf33GMJZd2DbsvPYvzzz1tw5c+jNdrC+61SeUsLmKAvh8Bn0f9XtOcrGJO5puM
0hh9K4rj/hEmX5J+l9T7adx3bRfpd2GLoDsMWQcqE3CwyC6mdOpErVXnFrBFmwDcl688rOMBdaTK
go6nN4PU0TtjbOkrOMHCqeJDzoq6x79bA8DCN8G8TC/GzER5gxHeDgq9Vt9ejlIsnySmNlb3Et7w
z9h4V1WVQbHac7D0WbNIHpy7OY2ed+b/GG62N1XnA3mXpo6/G1tIbA+YPI/CUOiZBE3ja5Bv6kp6
yEJ2812krp028r2PFtfVGkChrTo7uC/L4rFWsCgxpxkJHPKrBe9kK3Bq9jBxG18CZm4heurchmYe
ws9vOETT0uOYs+Uq8ZjfqgDtyNIMdA7SQzDvZmWy2fTjoofhNZfW1b2GYX0gwQxn+ZqHT+DHihK6
HvRwVbasbDitaKouUf2m9eBmxjhauRKtJ3QYgbiN2RoGtaG7ls6PJJUHJS08AtCU4COqEzYynvT2
2NoMZMjY17xHk6YO+xhra+rnLkJPHU90e5m0mfq7SISrbjBV0B4lrczEJmsVmnbwp4BEfEruMhPT
ourDuYvfBgg/g6m2QeE4PYLy6h256ZnIRFlj2naJrMzGRm3qHBtu6hsGBqoYKgM9duKbyXo69le+
oIB0am1cGcr7wcJjElcOQu3SHJWRc/fStn0i2mbFUgERApdQPKnKullky7FFrzZdGGaC8Q89a2fT
A4OCaZwO6Qy27ImSCOzJSULqtEyN8klA+D03ssd7SAIIngzseQYovoVQHY//bQzKnOB31HzyTSmZ
S19SlUbs6QfcGsidMliGcgc3o5A6eYUUjZ18B+O/MxlYh1v+tYUf1WUnKKM3rLc51GX3auTKAlZN
BewyASZbytcMWwTK8fLRMAAKxfWChtLdEl4Sn9Sm1WbuTxv4KbwtbHlc8Pe4MJMdm3RYjJ+uYoPH
2xAcAJ2EriFbiUf6FC+p7LJDBqlpF18SY2YvoCTqFvQ4mB3a+fjdlBhBaCeaHjqimwhyLLTuskTF
9Eg30EuRnLolH72XwFEtsNAOXmZYl9fk0E4u6YaDXKGZKYEdTKK43tD6FQcaDBkFj2VpKU0VJnOZ
HHK/xckJzN34URZmeA6gj1mqSCBYqUoM1s4BepHxK5l6dFnQrzPVH0SmS9ZYBaWJq7ZoBn24wdT4
XSd/CVOmvQfcac9AcrtrQWhc91Fmbnjo/XiAjRRyK1uCypXB8MRLt+YXM1q4HOkC0ieVm9Z+OqmF
QIfoCrlOsNfY/qvcCHzQVCUjrTLso6ZZ4s0/6i5YHRqEYDigA8WESLlM05PKkmVs6Fi492Cjzssq
bNc5fCz6rk+bFcf0flFwtqtKc4vRYNoCi2lE8ZAd0E4ofTYs7e3XNnA74oKOOprqrWftEf4xS4Pj
aMIC8ppoLqeakkSIQ+KJPoda5K+DHRIAljmNWlEDUOxSTKi517djkRHTRCQ1ywvECxA+VEpCJ1dD
lTHDpmvCCMoggFu3LSbvsUpm9OE3DpSZq9a4zw95nw2XQasFxOgmhT0C6jg5QnwReaObYkpLkErB
wk5wHuDF5K4NqhjquPMsh5nXBoDZ+wbJAb4NWj6YgAg85yaPWSjdvcfLbpKSFuWBQx3xLYD8COAh
l+11gDKsP2O4XNlDzke1d11x1J3RwWSXKsnT7h0lMvan2Cb8UawxvYHQsf3aqhC/fLFuDoIzaoCM
bFvnKtmR9blwqblf1cDwCLDXgd/NR4Fqmo+wG/Rp+RgCPsybkov1IgRo0TUr1C2f1jiBvzHtdXKG
U51DYKjSp5m24rhEE3nJlEb0RQ4lIVPDBo293nwFB5O/hdcz6prIaAtb1oBAgKrsbGkv2kxBX6an
DYLOlq6wEq/lsIsbMA3Xcsp9dATHA6aUxDA8Nq2NLUpvAMdCVy0yh0AwbvWe9TF5fRMbaa7bKLRF
Q9JW5kdIGeSH1eULdMPLhKcEn59/ThQr2mpEA343B3vHq5H/MlXoqX1XZT0tISjp54412NA5tFOA
S+63EQhAtWVSZofeQiLXxGTsDtvs8DdtCkEchB+jbGws/1g1mw4R1a5el9S/5qgW9sotk5LNMNvi
UadqMbhcms4YCDqgQGMkbuKBRlcFG/ocQh8K47cKaXkVBCx690PXX7pA6nuo7XgNFVf0Bl+LmcAU
5KWvu1RzVecrklAas3quq0HBkn0wrCsG1F8VD4gViXx6XLI1/RhQJt0tkKs+BhggRl8NcgxfuxKa
hWqElOJWQCNCDvmaegwFZQRfwkxJOh7GkLMPferUWmPfRFeH/rxhsZqL/XfL7tZ4BQwdR4LeFsMY
v8zQSbSVNcNrrEfxohbkICC7EdgjNJGQOrUWn/ygXttgJS16KxfUATqPG2Vg0NHAXT5PrQkuFMei
blTX53eLWcTlks5wa6i8vwYukJ8DSoqPQIy7HJ9Bm73LCGZ2xKToR6t8dNHjRPCo5rZY926NjBC/
TIB4cq2Ls47ZlDVbGaBxGrvSnZBCYYdHuHi7RgHcahQ+9aSe49Qc0L6EV5MXDOq+NXxh1LuXki5h
JbUhMD+m/WEsBvoHhMGkSdJkeS7Q7p/ChIbvAhryF+RH+LQKHH44iPZf4Jopbhxo+pO0C1ZdYd4g
MV7upSGewlIvSIh1sN2XbYCMChUm4wn7gZowZui4KXLIS/DX1+scqU8cYEdTOAwqM7KEtsqxUHwM
iiF54ixOxjoBqn8h5RSCzIJWso/jL94A/UcGjQQepN6xQfWjbcBiw4f0golWjPJRJVok6d3C2Ywq
r3HGCdRFaoYvGzS/83ycwTWAMhR3iYcYxp/WCG6LqIkFcQu7IIaNfLuAFNsvz7Rza/olnRLRn7ko
xiWpaaLIEjSFTZNVoXj10KPAGQuFAy/DLiMNpHPhhraxIL6rVZ8p4i6Md0Axqyxy6TFJprX4nE3T
gqIyy35wA+pYykjaoM+D0qAJfNa2kKQkUElBUIw2HrooD482Fg2E6Iih8JZJ8Y3Mgc91A0oSUruD
lqvvGTjHru2h95Et3WXg+AZn0CAtbzcyP9i4WDDCdLHLlPooipVa3oBKLTD3wfTTOX7LudBGNHrF
GRjhgcjY6Pnd9JsNfYV/RXa+XkWClqzakD4x2zOF0ZGXNRDr/UmSrCXlcGKts/n8yQTtFqVVR4se
/xvU7HnmroJFY2C+4l7TIasdUl5ye/x7eu5XHhasYQ5GGy5TJJ6BpAMn8ys316UeJp62y7/2Qu4u
oPGHRGLsywEvPBCgpf6BqPyVvd6vCBs3yMrdZQtydI8Y+Fm9AHCuWAicBd/GH1e0P/QncTopkNg6
Z4mBXMwSF8Ac0XGQgj8e+T/KOPqvool+Tib6bwUh/Q/MOIow/oL2/j+s+b+FHP18NN+P+Ifvf/Bn
kEOB41ogtCfwbuTwuab7sS1/RhwVe8IRfLA/Zzz8meSA063KPI12JxrSjjP82b8ijnBOHIaJEHbV
CKgW6PL/JMwh/PVLThMk9+I45hQpS0hMguPst+8KrhFgTFOaXlhHJG0ivvWPYC7oJTQUtoZYQ3+C
NG87yj1cJlwdvSyGRb5iJ3TP6VTI1yTj+hOJJ/1pF3kefvol73+w3T9nue3r6CcOfL+7CFLHFDcY
YcF9jzn4SbZSYpCmISboC24T8ZayxN3PhE27qj/oqrnDiFlKYmstRZ/8w4qDOOO3q8ObhpN2dq0Q
2e3d8W+rnALhxeDWzRe0pS/jjJkBHo2uvOlLJTIU+TS/jkgxZfiZsvzKJWX3DHlX99lt0/Y1R12D
RHbz8SX0t/rQZ2Y4LQOizg4KQ+gD4Azpa2fy9IKu43IdylgeEyKTalOGVtyN8DkgLwI5FpFHhFke
2rAmkM77ag3zvDHoBnxVGBbMVbxkDrFCWfTaFhNsnhommE0X4irHDHPAERLmEWkO01GAILRVsMRF
f2xhAmA12DVex11CPgVKBYeizz8YbKeI0NgAbwHQk9MtFISwBbBgtZUSsT2Dkad1j2ycHdU2yJHL
VwtbHgXkItnE6hG63peJFyO2dV2G1+nKKRTufvmE/SDXVUcGNB0kZBif8QKycxH3/gjcIjvBjt6h
+4tWEK1Qoz2WJuAPRHdd2HDgya8DFAlAfXOimoIB1oSGVHVHi3nCV+jMs0dHixZg1zxnQ7UlbPkQ
GsGQmJav5gLRhEPbTNG0PLoOkvAa+JamVYfCexzDHggF8nRgLarSTIbBIWm3+GpyO2LXtrDPVD0r
TcXVluC18iA5I1IoCqohyVS1pulLzn1xYGk23feTckfdogXBcMq2KlGwBVQtPD5HwrkCPbqm936I
ghNYlfbrzCJ77El3RDiWbbBSywu4JcfHLfL2uwOUX2684E2RLvkbyxd53kayHUp45M6+U4i1A66M
uS3nkc/q2SYg82HL1adi4eEVBdByiTPb6ceYR+aMcWmV1YB+4FuyEnuHTAaYpLopH7/BI9uLKtrm
GPq7DtqEMmxnxDPZLY2rLFcZb7D2nlgb8PjW9LC9yIrTMVufQjV2AARn+KiAEMV0buGDolNYFXLp
v06c0a6oFsVPERHr1763YOxtz0bLKjlJS270XKruzXbDIM/lZJPoTmtFLzezxRcDibl9yVzXliB6
IvG2BaCualoah/Y+nIPly0QNRytcIt+wzhaRdAeYsEAuC1r4Gwsnu681wbxzMDbYuicfC+/PHgJb
UwdQsMCuNamxbUCctPJzUmICrHrQ3FNVeuyvdbv25LzNLcNWsEzXiu2M/kxi8YbROr4IIWjeO1gi
LjzMmo8IPNiLIcPz91s33fENQhVoduZdwVviamp/NtDu6ZOiW7ge5lRTXTGb6E9LB1CyUp3F3bs2
35AF5rZzB5ExtMCpeIUSpsSUmFppG7ZiIR80MS6oDHHmnXBlyA3voNe5LekaI1YObqs3pYcSvV8w
bHBeopSXeHIGLYCJDgsHOItnXeyt66Lt46DjANgs5OZbr0+ORsh0bLAThP4tNSBx5SVkcgT/hUwp
CF2qwYdtwisRbqt9mVo3dBhD4fh5M34Z8ekAcbwSastuZx3ijq2Adfe4mqXjVQIq6QTt/nDnJ2Zd
lYkOsyR8YO7BdG10B/wCCwud3XCn0gGjDYYY0PqFBzvrRL5EFcGAMF6PGHlAKOEO8O2OMoGdJAQE
gfbd8WqLU2oaKIDyz4GdVjDAnerLemi3KWxEkXmIPRkiQSDqzddXEQIeZZkvoXnKuKgogu0v2shF
h37V4l2Hy3Ps1uzCQj6TnsKlXB8M/JZDE/QJtacC+pkEJHkHBwOwKlonKRDO0JD+hsWWAtkN/HTN
hlV9iHrjMvA4Bs2/nTLEecUhO4q1P/BIBFs9QK5znQxcXFFm2bXJN6WrZS6GCzcXMj0UToVXcTAs
F7A8AqXCBxSAk8Vz4ZFLj/lxHkQVzmMe7QCfLqo9fQSkzpJP/jRBcYnqZ8FSNajjbQ1xTHJ0FAVf
j7H+9H0P/48ax/8vwzHJfkrcf903/q/h7f1thEDyXwlg4fc/+atzRHtYFvBYZ/hgQwxZkCb+1TkW
OAs4xFEYaN3+7AH/ygDD+U0EnWaOgzehcs4gXP5X54hzS5AIhZhmKDmRnV2G/0nnuDeGP7dm+Fd2
iW+InIJdovj7CMRDGSU6ToJzGQQoAR3329mUif7w02/yf+kAf+9P98vkgLL2wwoIgoV+68G2EFog
qC2CMzTB4QeYU4ExGVLcjSuCTv6h49u1nr89EgI/Yvjb0WFDWbf3gz91m3gXMELZmJ59KMo7kil7
A8Uo1DkbcfcyG7t/Up8ik/jfLoks+SxMCaz0yJXfz9j8+ZKu1+kMLwg9d15R6CBmsVxDMYS0TaR5
ihRo0Fp+JBAsR0digPMBw0fS0CkDyTed5hSJuKm1yVoZNwExQXU7l2JvjX2pyPvkul1boEvkNLbl
ad0UIj8zH9UwRk2XQKHGh6FHHskQqOU5XLLpEikg8oikpO6W+qW7TVpk3jRxO7GTn4ERda2G13rR
40MEq803KPC2j6xP1MdcIrHY+O6w5sNUG6g7zlsU9zdJEmVFzXhsHiJtxj+2eBN3W7zy54hgD5gI
HY7pzCagd6OtjZjWMxEU4SXbHJ0KSyAyRtrBAa0i9pol1ld5uIhbYMxwHwGveSPIdj4P2c4fq2A9
zx5ARZW4kmbACyLxRRfIfMu20UGLtDFTkXkFyKmK5Eh0pF67PijXvnFM5RootV9hyHrdpxGvr9kk
+TGfcoDpK8V3XhOGsCYgruP0blQuXzmMrJ942UePJSAJVq9El195AWd2BQdXDl1Z5EUPaWrnjsoW
gPKgmWfvPRuKtIYUargjA7jGGvJNcZ1jsrjyoJQ+Fn5D7gZSPMFI78owvkHLlYATvYOX6pG5jtTU
cf/IYFQ66JCoV6QQ2KNwZDkWNgvSysHC/lWNIzuhG//iFZdNCxfIVVsWBpzDlrLxoPHjsIkON/Mw
bp8wagYPMdKLrskGx1GlXdiDTrckaPqOU1IFAtaarMOokkC7ZNdJH2Lf9deEt+Zrq7PlvQ89Hw5b
u2XT/2bvPJbrRtI2fSsT/x4d8AksZnNwHK0okmJR2iAoBw8kkPBXP0+Sqi7xqJqa+tcd0a0KugMg
keYzr9kZfRaeMwQK4rT/pe3LaKIHe12XJv0ygSoopyilUZfYtJ83RZF8CBUFvzaW5cGQAbkLTXwq
nVMNv9E1SVIyDkvZX+RG59Lm6xOQ92aQPwHyj/ll8cmJB2ebNv4CFMpvb+OptC/9VN148zQRhQbC
ZWqzemYKmUiQuWBfrfHbXAlj73VGf4Vuxfq5R1sw4s16nyXAuXdUfkH2r31/28KyjgCi3sLiynaD
tz4aQ+dc22tq7+xlVdeGWNfdFBIJo907RIkVjvulct/XU/WHcOLGPmaAB0Z305NsL19qPwOlGo8D
dTB/AFVcbpZAcjyvdH62RVIVsALtYSmipWz99TKYymU+K0MTabcoJQ8yN7FB5euhUBPMz81MB2FK
GIim3Q7LqPJ7F35mgjY20VQwTvdi6dNdaCmRbD16zCBuYhD8G681/U3YB3V9mEbA2o+z4cKEhxZi
01oPJmVus9JYgr3KVUZok1Q9tMhiWpPbsfA0Z15mY3LttwTOmwZs8nST0JoPnI30W5VehLExguaD
Eel9tCWALagDdWyku6kj0XvI4d15e1rTnvgqZrrS4EQhdZ8XCzpf3V1REZpTKQ5V8dHwZHEXjlV2
6MyabbiphHcczb58EPFiaCKaHZMXD75zDkq+MTfTOqIb7BlpePB6h7a7HbeX1jx7RyRgTUE3Z6Et
UK2hdW+nTZJvVKu/LWI/vluWYfri27VOCK2apJzC8FlTAnHeDC793WIo3TOpzPqc6m2466sB5WTK
A7QCQRk0F63rAicSo7D2lq8a1JMzGssy7KNamcG8AXpLoT6Ow09Au6qoRR/4bkWQHsBEbQx0S8ap
ej87rvzmUoK85EYy1H3h/AFACKt1C623THcdKjBnwDLDd6WX+U9lRW8GcvyIpowS1XtjKgSQTijD
dYRUDj/zjL76DlyufHDMfr4pi9xH22KtmrukSgHAKigDFpsHhQrWbbn9bxT4kxjsK+uJn0M6IE+E
Gf85CoTy3XRPX//tsKoriC9/82+NdBuNdCd4dtdAc1Xbov4IAy0tn442GUEIpWjI4gRHfxUQ4fQ5
8HeAnRM6/qyRjrQskqR4LQg4noIP+Udh4CnRS9uDU6YL0aVDfBYqzesIxqxSaSIfYVzQW2vzcI8K
bbAMj90YunV3npuVAA5coLGeYnSgUGf0Lp2wrCA3VEhJin7jUZWSybnu8hbOVW1QXQU1Rsc4MXPt
NtBl6jAUeT/HhyLIvCy79BIKTpwSfDcejpCXudYHmvtTuyabZKiGOb20xoo+HTDWQBibNDCmCMwb
gLdzdCxJjAtnKrOFBl48mh/tutMya34P8u4O0ShixF3gJpN4T5FpSMN3WdYjwh26cbmpAqgokTfU
oMHLoUOliriB7RRtlYbU7CUi/W/u9Bu/EhvZLBKX/7xsfjVqfi69v/zZj5UjHHxKIMqGKPezEhxB
8P1j5QhcbvkOvRs4oVDE+clfC8chpWI2eyGCLHS7/sqfkFHm43AXoSjtWiZcsX/gLgDP8zT2Nz0y
teDZX0AADj0h19nQ9ysI1ITso5E5Ud3BA8EMpSsuwLN5F7PZteNdQmp/3pgZMgqIcPbvU2mMFVYX
FtFB140lCOkizAB2DA4wek5YWwKTTpLYzd6HozIPogCEncDJj9bZmK4TvFGcrQVk+H6Gq/JIlPdU
WkuU8FH3owZL9kWzvoczdd/gTYKkhKSy3qC7pCB/CwUpLl+vhsmlOhbkgXWLdiZFStmbj2FhAZo1
jMy+rcHLnCswn7umCkDnSv5w8gVFVRQvrlEiVVvLsKxbCNA4gygj/E44zrEtGx0ajtXanSUjoA5i
+UI+OaPV79ZJhdHqKrIGPVAFPK1tJ9LPvH9KxlgccOhbY3fmFR1wf3odYRPl1XC2FrkbCbqMnPEe
+lXAQuWSb9C7rMI/xpyyXlSXgfkoqn698iVS8p4drscK5adjP6nubDQGrm4FEwAIhAj2KuvDaMoa
ZyBeCTuP4BxE3GZSznok7BqqrS0T4+MwON4dFdiq2gB/sy67QIEvmrAZeFjgMwbbMRks2t3PBbjZ
5NNKtCTfBbI0vq/pFEaz08aI2c/pV6NU87VEdO7wfH9K3xUzG3pWzr9ndtnzMtCcGyPhi3ram91Q
HwYiwagJJKYnDYOsgqWHyj8SqYk+sy+TwBrAcQ99UUyXvh2n6TGGdrEefYUc6z71RJEdHASWaI3H
IM9qiOznq9ucjZ1L7a3Px2HfU6d7lAbp6d6SS2AemCoUAfqKuRDI4jwflNpy9SwKlfIyiCqed9dU
a4kqplPepbJbHluZqktUncL7fB2DferYnb+Fi+ic196QXMStm9LHR4SMxipyRJKXTW2u8DdF72XR
2PCQOVTdnbfaqj54ZugiZt/25Bdh72/mXK4fVwp/h8AlDS5L2/kOrnxCPowEiQqZs87pNrHzrNiH
OVzQ66Js+KxwKEEgQYif7MgFQJRlm7FrwEL3MKdv4ypcrlCJRe0NJux27c34qqI8APQjmYIDhUFr
D4jIeUBipDiA9zKaDYBUKBFzn1XBobBMdUeZ+tHry+Gy8sw/6gDgQERddkKVcViNdTcW5VUFXLqP
FKx96Mkr9URhy4hyYn2exKB2NzQxunfrWjY3ihz3vTJQLZnAs914mWudDwlSIKhjJLuKYsdxFX6/
Q715PU/dtqDAbU9ONJWe82FGKAi21UJoGnc+C3UmdHZVwcKw64xJNcXFvu7HeWc3PVQyItWVTpgy
INU46mpwwvzdTA/nojboa0BBtXdjOpJ9mILiNFlDSWgbGKF7WYZthkbFbIpH9B2zK9i+iU5Qc0pk
zVm38OpXGRbbmqBq2uTweyhZosVSo49m4iPUhix6I+/m+pjA+7lrQ1PmsENByA3p6GSYINXrh9lb
EIHK2/R6dGR3vpoS1IfvLQe7FXQokb1oeo3iNY1dDa4GDmHZu1ubDtnOGWoYPxMbhbUBtwjYwveX
CyiTzft0XmmF8vzOmRuvc34mq0aDI9YEiHWcp2B0/GHdFOgM9DAHvIznb4cBQyfRWJGoZRd1pZ3e
+6gWrdFckoWBb8wvRiyNlmjsiNChIPvZxvGlirpwnA8pLItoWqqnBmzFrsuA7TQxLipI4FPtLRBo
3eDVQUF/gpjKJWjMRmuwdjddUBTnogbx1Uxs5rY/sispf4g/Pu8sLXje7+FcFedlwwq1rdUyX1aR
9Nm0ZlDOD91UwWYAjWduRhtRUKIcThj6nvVhTtieZV3aLsthsm8tT1+oT7uZ5priThCMWK8mcwIY
n06YYlxzbC/XqtPymw0Csztgw+tVh0DCxX+TjP+fJAOBhTchCpSaEQn9OS15+Ys/Uww7BG5gI36L
vgQKGbqW+xIoabMJF3UQDAQ49Wyo8v8OlLTZBPKmiAMAVXQ8S+s3kyFqPzdP+1Cw09I/J5qmPuz+
o0BJ10D/Ksu++E1YHmoAhEguNTJdtv25LCvGpaqgvX9LzVXm3ylYxY65nSasDCAQ9HQ9H3IUrvq9
WpwShJxCYeLLHJcSHbaGqNzeS0MjdAsoyBTk6jA2AZEGJWfrh86skLqOOlf6q0+3CSKJEQGnhPYL
H2EAhww9Y1D2O0JGCTQ3MaUxfUj7AUA8dPIE8WUX8DMQ7nUwveDgqARqwWamXgcsqJxmI4j39Qjj
NIsWlcaIQP8U9v5NffxEaAOxYu2ch9YP//eo052OTgOHFSr46n1DMmwMSVASAVwSCKND/TVMgPVB
i7Zo535vfbaQew4Rra9tU47heTDySOYPb9+S/Tol5JaECEG1oLHh+SSuxMmvXhh96BlV0C75apUm
ak7SBTFG7ABXJzukhp/B8CMrTK2cljr4bvC8syzgyLFRF09Q57TurRg8Iz+nYqjMdLfGyTps13Lm
Vez6fk0pO3c+2nmIZxW4f6wrR2q6I6GknA43TcGh+U1v4HW7AwUMBpn0lraKZ4U+a+H1M8VpMWdG
UdbfzImN/g4Ki9HccrI1683bo3ciU8OFSFZcVCk8cF40gE6ygoVCTrj6c/wVRVibRFSWceGipGay
wmdH5O47epHay2PxvRKdW4l0zHhLOQ/53Lfv5HVvQj8y6AuybZj9Dk4vp9o8lpMsZjjn/tdRBZ1/
7RE2gyjssFASYFoIObzfmUjoifHTSueKbCYubgBMwoAezMkg21ldFjLz7K+zlajM/WZTz0/Ts1gC
AzlPmlY/dskxi0z024960ofRz4quMWAdH9NIdjnzZNRzNEwLeuvV1wlbMWEeYxQpvpcwC1uU2RDI
TOS7OVxjs7pssq7WioFjil57roQkNq1Kdo6Y85vI8H2eI/rjRulY2+VlMSZdsBzJl9ATP759079M
SdwtAzZeXcMRzJmTezasxIBLJ5wv5dB2HK3tQm6IyiyhIvKD//RaTHxf/88OPE6KkyoPopxkhHmh
vgCnHIJ1k4sSFeHYNjKmxNuX+mUSkBJ7OJnATNY59umGZoVFQMvdrL/UCwUZYg4jLNCZtxYDmdWm
It2EQzE2CBK/fV3r1/FE8R+0XUDlzEVs+GTbig3UfmXnGZ/JJyx7jUDoZQOciUCmHTRFp4TId2SZ
FOIJcj9E5m0LUTGUEQK89nifoc4IDhkZ6LXH58iiFubUvr1cEFq7Kti+fbe86ZPFop0rKCDoohsK
h7SOX+9IFMFkVw1d8zkNEAT04egv/UomMHe8n3WhWTAeQiWVf42Ia8b8UDXQYBoZ/rKwWYaFmyxf
eJdV/t3HjoVPyGJXSz6Oltvk3182YDQ82F28GfOcRwXmgzrZWAmUAnTQrHg72tCGY7h2rJE3klax
3qINhcfMsrUXBKTfg6vv54/rokMIiGhrzFjYea7pZ+aaaU1G2209ZmwLrkb3Wd28+uZPg5VZANti
td4woUPvsc5qVlyHsjr3iAtqWEMXgp/yCJRd5vVu8Gf8GNbeEeP92LXIkquc76DjCfGOIUlTv+Gd
2ekMBw8qdpoRd+cQfjRuO+AzHMQu8xw+zQL8HZELNSE2gDiNlcX8SoYiW+UfvHFO+/c9xBAOs6Wd
tdS4QigMdfM8Cbn0n1qEDirTmFcli/SvHXid7ceW6qWGM49tdlW6dQAy3FJzfZECsx7OBwiwzKUZ
si1Dl40Z6u4BDnYclpgF6TMT+TKbTUQGdGDtqHGpzIAaf3kAL++fDUgEIkfAtKjIMqCeWTP91Jzo
DfOH1GWrYu0ekgm5VDgxapnePz+jla3R7ZwMOYw0Yso1EE+cdPUYg8HJ0J45zjJlIwY+xTNh/qBH
1aV+wMh5gRz4hWnq0+K8BuWIcLWVIrlV7RxDELUtMtaCO3IRLY/H1qWnSxP2nFoO0pJMmjz28+q2
7r1GwFFx6KX7G4jINmtqRLCGWZOg3Mk7c0Cq8leos8di3yd9ETjnhjtny5e2wgpQRs085lzfY7+3
4rugNH3GZBVDUE5nMQUvLVq51jp2y63Z4WeLT7TIQ+Sh9FGuRWu2Rt4Y7QPuWGD1x911q/PsrGLH
ev52TuvyaLS6Wmc8D6EC8SnN0rgshQHvLb7CWFGwG0MP7Lmlhafnm9OQ63txQ/gHfuRDY16+LEGL
Et3WQcCT1iowCG4vr7JAx21Up4vsWmkg+mM2uHwRhc6imQa5CzayBO1XMYIDGTvDuQZCz7mSEBAj
wH5Gqxuqo6+nqA6tx3sZ1PzbWkB4e+CCPXsDoeNKlIGUJ+t86Rbyx82aFgRieetoff4UFXE+tKMi
ypvwFHEjrCBpOeO9oI3JKOAUKdVyBECs8upKE834wBaQG/dH83rQs9rJMs0ZKMIV75w5KGHLbHPz
Hge4LBy3gJ3xAItQAErBp/kmXVlI2dLZ98WSuCYE37WkTIOl1XrjLZD87ShQQGPcHValiAtw9EEs
vvY9byzActEXbM3IR5Qje4c2eUbpklhdv2HKGdp1gSqvGo2zTJm6CTB3bd8oUnJsiicY4kpwj7GB
keiX1g2yxnuqlaWtf2o4G0lzF9Lrc9FxUE04BzSiM+wKdmzEbDe73klySDyJHJow/FOjE8OenvKa
kw8IcG2Cgm3W/7JOnoEwJJvtojF5+QxWEOl66n1pclk06WCJ634GvMHkydCW0nW7acFNAgF4PS+B
/SnmUOxkAHUvmrVZ+Vlrj0NnXQPYZKtUbc0obauC91FvZtOwhvYa3oXNlpvX7cBbqi0XbbFdg6Au
nxW2pt4FBwafmWtmCPmOe7OXE79JCkO1BxBnrPelwhw1pqLPdUQI9QCE5Ea6s8/49Sls1+uRUWQt
WHavmFBj2zlLc8bb1zYmAXoH7jEoccVMLtLZGLi0i+429892yXE0LlJwysNokay8wC31Idv3g7bq
mH0vawwO5W5hf1iC1HDfzeaCYvqGLcpzj7Ltax4paLqmQx/P1tEKyn/F8qUKWrKRH3kIu74eHEQA
nQZHHiAlLbaAaT45xhk2EitaF0HgJNs2nup456LB0969WEpguK29LMZlEtyxyCfQk/sGZwEWNrU7
wuljkA16BH9M6yqb9M8WF1oIBt/Qlbhz7Er0dq+gI60PlsGsdJA5QaN02hD1Jibr00gyVq4bxECC
N/gCCHltZ2y7WxVCwDE2YrUWVGrrqezuzGou71/ZH+AvPBbUMMdBfvnVAwGtnKz9BLbDxzL2P9gf
QAArKaqDMqTz7HiT1BX/31khlByrKEb0gNVb3tFvrBBcAQwakfbOWPqPrwwR8tYtwLWGpb3EeAz8
Z1+EEOljs9vHNgDQixd3BL8vKD8htLT/2SEhyen0c/D5vThX9PgxL6eSfeKTAKlWaNERYQP7fcMt
AaVbq+43vcD5JEpjPCpuXpwTQP13eXMwpVhku/vVQME1XLU+9DWzevPKRqFESgVELBTUZJ3Btgrp
b8P/jadC7jmUHQchG7HR4uO9efgHzgpNUAx2s7U8RN+hgzu9YyTXnc3D5Dc/om9zKXEMup2SqkEQ
bWoyfaDKyqmk92FaPCndrYynDlJ3Y5oJMcqLw5WKzYkFg8avjjWxfARUcuhwFNLHSshGwuJuAx0+
dhzgLIcUbQ22BurjOsLMjAVr3H2+lFNS6geTU3BB90bb52CjS7foCmCTFu3va0rQ62ERgs/cDx6E
1XWDpJHOHERurdzt8mLENbRV5j96UCO4FRRYRBEeUB6n1iCH1mOb9JQisg8KEBT2wbU9ouDJJHYz
kEqeJHtZHmT60IiNKZ44wyvlmTvkKvzVOSLGjYPWsbbJs42zaqhMHpS4JKDehCRZpzfEqrQ5oyeA
loQm0wKAXe7h9+qTE9X/mTvtklRwbRDAolnvRtfTNm8wUWc+TNvCsM0oPPq4f4VjATtK4Qrt2Wbn
Vsgd1bFUVvcUdihCZocXyzIbcLz/eUJLudn7di7qy6TJR47FXkodS9VS6JAlDfE6D7Esrv3e+j4Y
ainCLepOEFc3nIfUDcBkxTNjG5qdx/Czh2uxRuD3lHt8/NM4pX6cYK7VMI4F4kLsaD71au7ecmJt
uCcBkIfNYcnQbPleDgYDyzaT6zsYsNtg+vw5EmuLB8lmkM5KRCpqWBPAjnutWFWA8NcSEQaV5yzK
TOKAW6+aY++xhGpbIMSoXyMHpmU9kP4N/X3QxjNP7OS1tieCgC0g+NZJMU7pzYpmRBx+HAvhofYD
nTyppjOXcHS8XwUsxhQMndTFp64bxiw9k2atgwqzBw45IW206Jw4QAXGf6yo11lzlE2IUPRbt7CJ
UhLkIzkux0Z2nXc0ZaLG4GbtU7vJLv1YmNzPsoLOpxuBzgOPOhYEmfelcvUSoTWmC154yvILMawo
AjWrJDXOWrCA6BTFEJbsQ2sLZKK2aDnr0xVFs4RDEwY9gWrkOJIo0HfQI9ACTno+Yl+puxAmI5B/
j1dR8wXf179NVALddioDwXFppdwXBMNU6NAQpFCig3lH6rt9WR605RjqcpgaXmqn0AKvUA51xuQT
VOMEfCpNZFSHwUsxF8ooW4gJ8r3buXrulrUd1lfVZCVjj2+vokd5zgegp7YtJ3Qps2ig+8216hXJ
lXvz2XE4V5YOrcOxIeVL6AZ3T2OH8HyFCzwqgWwuy+QiTDhZfYFUIwyS/HuFTx8jm0Ph4mPQueKF
KDckvCTx5D2jNbJi9DfZ5E80mBc8qWb0LIqnMbVmBiV+iXxUYo7EGqoJOp42m1H0X3Y/MuJgreHz
7OckMcm+6gSVRzRVyFlQUjGQDfyird7WG9MYTTNyUpmSjiClhJb5MfClM9z7a+lgLGJMFuMPkE0n
3cIPdBTWzZZO8mGe6kA+oWs+3scqTnhrfUVBt9nOgbGGUdaNHgA2ZOwawIIEIewBq9WSMp61QtaT
0vkD08n3uDylvXjVW6VkT/aPUnjQlXeoaTD1jyDUAS4umDYsX16WXj3S3UQe0qhCqEKYxuAes+1H
5CqZGAhfcptG7Cx6SgozmOp3pjvPdcuAwN8BjYYPLwMJlU0vcSDBibzywYQSvC5TnhxwhZuH9/4s
VsQqB5QpjwEQAdVxsBkuhknOjGKI2Ptl0fAxodt37FV5W+tI1K5tdvFoeska5yIpWKVtPlpsUgT8
g49uzMTuvINqr7PAl8SijFd90806T0sSscoWQHF9sJLxukgeMNFJkoANR1Na17zSzBr0rQ/1zEm4
m9Mh7vudMdcu/gWS4gi/uC7MKHxS9IbV8xqNNALxnWXPKkdqpTOQOhhwOc2sM/TlZecIZ6UDXRhp
ela+XTX6m5oRvABEhWnoQEc9LRkGs6Zkh+X0eY57nWeOqVGm3hY1vLbEYWToeN7fXPK0qkaZCgq8
5+pyHorGpzXdBQ3YAF+m/rOHgQM7/MvUKAND1yrffrpfL6UJETa4HsumeH7qu4fxmlxHqhOfMzfW
+1MDp3MkKGSzZu96+1rP1cCfa9UWZWphOR6sOIylfulKoeGnSq0Z8Hl2qoFEBlq/zUz0ejdlGaZd
pU0jVvR0iqehdj3w5QNU+aCMZG+Td1OF0J2NkJRX7z0vO/OP3keNCosOkeCRcSYAaJ746u3b/2Wo
HKrd8JItWCIWHA798596anMXV/RuBQ7NmYUV5I4DSqeFHK6kUG9f6pc551DvDmkF0QmCYHxaOiaM
ymysM+RTmAbOsFBaRz/kAX9XvUT8GMTE76bcaQsFIoWmTUMapmpq/8IZ6fCLCRJ6BU9YOuk9CpEu
qohDxs5+m9ihPrPiEF80gomFr7/hzGV279jtKu/s7Wc/HWa6pp6nq/O0ST3rFyfIqe7ncQoT5xM1
CfLmJcWZ5UsAqYAd8O0rnY6y7QGLpBELnk3QQTotXhcEhnhR5tanAdXw4qqXpU7Ns9x1OORTW0eN
b1/wNXqNBg3YUsrONHmxhCRoOplBMAdXNpOl+9QhkMIMQm9Vb3Nsitq6Nu5a3JaQNUmWNIxE4aWc
jG/fwLPkwc8rkFBLm/RipyQAoXqO/XoOY5uXlpYU9ac2xReq3tHLWosdVY80zBHA0mHL2KU6NPZd
V+/fP4rihtfrklflY16Unk0vg/PD3ZnS/8IqbnApJFtYX/wPsd9pArSMnB58NzzjAjMZrQOjD8tx
GSA1Apg2WfiIvNBDz7e9GCgeWcDcJ4BDBSU6GHtFZvdnGa3lAOFKFKq5jAKrz2ZhdLYgiwFjr49z
wNrENth/6CNeyg7iZiReCvSK0J5dE41rHTShY/kc8dkAjgA05QiwULVRcFgojyU5Dtrn9ognJUWW
uqAs+/bw/zLhtKK46QM6DjVa83SzHcgsUsNcl48NnlLErAkWkSQc4drrCOBHyfrtS+om06sXzlaL
LBo9GqRBkHI5adDQc1q01t30MUzgzDk7uPh+ceWB8iyMa1M9m1S6ZTiQRM0WDkIUYctK383bt3H6
5GjJuSY7J17B/BM8t79/2jtrv60n3mX6sQBYV51nVddXH+xiQhXQVv1vXEtOdxCYb55wqBT5DnpL
rncyyX3LTLJUKvVp1L49D14u9LTIc6kjq7efyz5Z0nx6ABIsMHFE51zAEeH1gkoAZpVlPdofatWb
wTYeLB+31oQyKplulk+cDhsa3hX/ERRsmJez54QPJGteF2wkZV1KMKQ8un8v0bUmDrVWZCTuzSwh
Q0kFm8CXtMnRkIvc2dBlgKCH95uejYGvy8RQPvjt0bAcHs7Ag8E9JomhO0XAufV+TUJQzO0Z+k/Z
Uu7rxkzcq7cH4WS8GQMwvo7JOkWw59dGsIeBQoiq5PxhqDAcRNytoVUBsWNqqNO9faln/Yif5rN+
p2xePoALtG7YR0/m89RIaqqWG98HbvN8LRj1/nUxgs/iaGKrZwt66b2XgHQYhXqudZX0x1fdOOgK
gTEhsv7ouULXM8kFteuvXaF9M50ZBUY266ViqYL1zGRVTIcFKCxrp6hj0uMMUxbSkh+NP7pFuolk
lODQaJgE5srPxqbSL3z1cq5iPHfixUtpYrSogOKRqKWFaD++mOaJkY2/2fZdpgvLP1porEjmbk7P
g3MvjqlyOJvFqiZKIG8PafD69WldHlADJo4z+Anhk2KeTOGWJxgDhEy+IAkpHnPkkZFKoz169ItA
utT4U9Qf3TlEQBK7qq104/pY2UX5MOJSiNwdQok0TRMHwdAFIpyP+dyHmPxV3ZSzGtMoDUbIXGH+
vkKE4ssoXSU3mDemS0Qvx383enFzkZqZuuJESley9XQstgaguD9W+sjjeYzoNZ60cLncLVXD4gHm
RE9yUMJ/ilTY3bicSsXeLQ3nSizdiFrp0u7oiZcPqSrdcxCsdAly2WOU2hQTLbzeKj+BA/AuFpT1
MrQzW9PagnsU9zbn85NMG8vTuM6UEkai1AFBzvp+AhD9kDkOck6Babg1klCe/FgMofpaGrK7812l
CItgV+TzgDUDTQoJA47mcgTlKUNvwK3Gc6zwdv2EdvUGckf+x4DVE1XzeCi2/dQ19yuSfVvCTy1f
CUc4Mn3zvdsv5me8j9QnS6zuBwjwQ5TiDn1RCAVAOFuyF0ggikPJt+Zv8FG/TAjCL41OI1KhH/RL
mD54KkQapqu+tnVNPueUspj3lYNe7292z2dcwl+rmalHPmXb9ONh13BOneZWMyrTNtJv6VdraphK
js0uumnIAzIIpqW4re0qvs0g6kMixW1Sbp1RZuUBISd/O5c9aCgwbP67zu/C8xp18A8cQ4rwYSj7
h6riTLf7upIbu7fc9+aY19+rwQkua6qW70d7sf8Ic9K3DXoeiMUkRfLOqUJeryEqn6JGQYsKIR3q
TV24fM2bpI9y7Iz2VuKZT+iSOdFKXvWPQoTnEXkefcI0Fy7FKZSpofQm4CjXX1kr801oY0m988um
B33fmf6H3yz9V8HBy8WQTAIMZ4fEz6fRYLy6hNVdWH9FzKcCnzWb95D3bLWpquJqhPND7g1o+D3t
WYhxb1/7BITHxXUYQBjEBHA4o09DAssQanZh7n51Bz3L0sxJD06Tl8d5nZ9Q0kTqD2Pz7WAnePW1
neEfIRJCrX77Njy9u72agkKDNTUeBFIJx/jJgYKGTUX7IEVJdsCMmXJaV6Cgh1jAVtElwVLWreYj
RIcZwWNDVphdN9WxoW51NaKGjQSlSIx3K5IeR2RMKZx1cBQrJE+Q9SyMq2ypxeWComaNmu49NdDy
HbbHaOv7NMaWaMUc/mpC3S2OhAzFLWHj2OyRX/y++Hl27QiZHQoqxccsaeS7Cux7v21iNXxeynSA
vmUX741am734szXtHbsHhY66T3I/lSEiRWlr8gDpjL0QJrK0AETegroWnIl3rmcEl1m6uH9Y2iEQ
p3LkGH+zvvXYnY4tPlGk+z7ZrLD1RvNT1DdQEua9C7xSMte7Nlonf5CZs0AHbWvz2po0LfXt1/mr
N5UgzQJ1q5l8QPBOqXWWaZddxdH5LZe5e07ZDMWDeFiMCwqV+Z5GRM9O7yXdV+mY5UOWzP1lloXm
e9xvnP1v7uVvphaRKJheIFm2+KVy5Nh4kOP/XnyDVghRFlmC/DM4ggWv77r+RtQuvq5q0CLsxudl
zFHIXfxR/k6h4e+GBE9HAjMHbKRL9vn6LYDFUZVaRfkN3aFl2Po4l9z4K66sl1mJsLMJFfAeXtWw
X/w03skwnj+mQTfKY6pW6/43Y/I3UwIVNqqXTE6AcaeY0LUaprFBP/FbIkz/rvUtdWuXhrEVlA4v
OGKG66Fs+3Pp1tVZOTvWVV/DgNyIsp9vMvS/gLzWOP5mxuB8B5vdepugzYq7t+/y2aPt9cQlSWDz
tQPem2+dwjgB8nsqSHhJyUxriIpLE39Ckwc5+rZCebNFKJraVNVAbuw9qrzbPPU9xivJtlS4wjCi
VV2l267xxSOWSKMu2tP8qA2VXhV+po6t48zXPtpJZ4knEshiIrSnjVosGwVaaVYDMp1BE0FF9uTB
YELv86I3rqCuQiugCGVcPr/GZZ4IRHK8ePbJRNwVNRYKAxUNenIBp4LnXrYldj3jlNN9d/PyAZP6
ZUcUqe56e67P0qp08JQQlTDZQ2j0RT712hsnzGqa5UA8500z0xHs/bJMIqSb5NUkYSbhCSZ9ENEB
St5nwIqQ3cSt2v4D/6jsEUmG/rub2ajXqzGH4v3227Fe57ScHOg6Ap9niYOZJqk8mdBjhaht2LrD
N6rebfKB081TKKhhVjMoc7yGulHQU1IrllxB5zXf0xV7os0a23I6OKJRDx6iZpemmIoPdoc2NjYW
Rbzv8q5kMSS5iNy2Mn7c9X9pqfeL/PZ//+c/krl1tw52whu01AaXtP8TPSGpl9WvCBc//vRPaqr3
L8IE8mwAx8K2URj8k3FhoAqp8fwu+ARN74f5/W/KheP/C5IfQo3oWjARbJ+/+kG5cJx/8avoeyNd
w2TSgpH/gJuKUeer0w5IKaGMAwJb11oIoIXzep8VZNkVmN/8OPdBimhIWKRiu6JpN23tEQeoXT9K
1FkCnNH9s9gGpXUGWSwEDsUpgFPL5OfzHnJdhTC71yTt0ShxCeg2KNBWaP+ljvqKJ1twucQpWgpN
b11jOOue9e5g2ZvFztuPSC86UF4ttqUpp1W4QchWW5uHwWWYxs1HfEDkR4leSbcDm0TQNdVWcGml
tvtUd6N1Db8Tm4EG1TBfi18F8mADJu92GGfqP3HiqoqKPFtu7LYPH2BocuFJYqCyAbI03yazFz5U
FMdv8UR0zuKiImNw5Cy6d4ldF81542Evdw4XQn1VHJr3ZV2hn2WltLStOilBRLgLAubs+7DNh5DH
kKHb4XBjJ90RtI91b9JYexL2PAOsMIajM6bOh3UK5pvaaTpEmE3QFX6lLDrGlG83Ehj6A641fHTb
ZmiFizAnn5Phqr6iOskIICNs32eqlB+R4CMFmZ2OX3PxbbxAS8h7WpDzw10h4QY8a+Ju6erON6aT
2Pd5nDZVNDgYe8OcnHlqt+Ca/4+9M2tuG8my8C9CBRJbAo9DcCdFLaa2ekHIVglI7Pv26+eDqnvG
dte4pt87okJRtikSBBKJzHvP+Y6bmOUr+SJ8dy+1537VDToph5bKTjnlnIuZaPHZ7QMC+NDu3sSB
6g/oqZJDriS/I7XlfGJmiCGLQ1931oxr/ubPC5oiDqnXoQq8J6NbrjC1VPS/+tw0L85UTON5KINJ
rMfEiEliadJE3WuZwVcopph3KeleqZVLLsbs22nHeRlijWNEUpYSsUFqg+1LTYaQZdoM5W2ZZJH+
jMPRMreYiDBl9sP8EbFfBc2DxPQJaclDOzf2FiKdY/lpoIInbKXxvewBH6xQqCFXEJlxzQl8el2I
JYzajIFOakUXbMGW8E5MzfyUUcCxkQPhPbXgbu4iZ+DPsu0ZDbQxubKe2Upzg6nVPNA566ybFL1K
hRyiYfBpBnrHoDe49eRQtu+UPYZwgxRPXCIa18NaeiMXuCh57K8ghhNXBRQ/n445QCLlgyFOieVm
iDo4QHPvXJQezX4ZB+ZBI1PM9KfB5LjV3KkZ/HswPph4DYMVwBpGTCC65n0cLT6SEAKuXb+Mk8kb
y9duuUTUjMxDZnflqysa3qwlkG4HNomiuAWGaup7b1NaonwlOi54+hzCSpOc36QpTsVys8fLIA2c
fnwYzI5TQh7UdDeG3ArZbBQnK4opgrCf957oAHDiWnSJpl+mLgOmk3pxSnNyYv68JRB2UuFXlIb9
Keq42DoThxKqep1lXe8rG/UbmB1HXK2hCJ7Izum1FUkdEc7mKsz8tJbcnE4xeRtwnCR6RvbQk9CS
8XXQdqISpYPMMmniVa7OCpPVCDd5g1Yk3JD9IK49PpHdpM/MIMgpzYOMCu9MwdA7zxWJ0qtWTbxD
UYp46Ze7Sx6eJOjoLq76UJLhReghTsrZWxMCKPeOXetbPY29s12N2tok/6NesCx8X3Osw2E7N1NH
55CbIlgZNbZvmH/MWODyh+hhasbyJoxpUCiSWnbmxL2MltY6AIbVPFj1Ke9jIZo5gOGkXtgyZSAX
F9cWsSVnMLPGh5KBroheSqrXRA+qvScaGvIoVK7SZMyTWTQEW0o+9fylAVti7Ucyhg7mzBceiVEh
B9AzuFAATsU10Oe5xLuDmmBD3mkaHbEIqF2M9H/XWbTG/X7gKmGgIRuQIIt6Q04eYwqDMwN8cmYu
KwBL+00nAkH5I3THa9VN4hoj62DzVWcsDzMS9pKtaFpvU+SMUmpS3BGZUxHKXID4yWimozfOYJZv
em8ZOVIgjwGuVfP2Rhg07yFxajsV2Yxuyv5Xai/eU61sEZ+sskMhJKRebT/HPG0Rfklv+c6+US3j
v2ONd+lIbniiGSj5nvoy7fWDqNr7Hs3puKUiyPxWN4gN8IUv49GbGpfULNd70syZC/nnlBY3gNDW
pRwYSnbg1t0BoFhFEDWMNxIyYCZQIOTuStPEIztj4PRSZt9+3nFZ71pPS8dR+GNl19H2c2Ytikg4
uwE05ZNQZp4/DWE4Jc822R3KT61llhL9oHawcu03lAFL0EaV3YuI2DF2De85mN1DXdKEYnPCKnY1
BSEzsJfO4gLYnYksZf3Q+S6oAehBEdTT6JYqLHpwXGrZgNS/YwmxCknrEmwlZu+UURgj2UtituSU
KC+9Jwj1j5iUTen6aauFTzxKEc61GGeOVq5z14DLZK7lniRGjimmoB5Pso1vVrXzXuTZUxGK+shm
rwPWO7nDIss26yvd6EPhLQ+ixsnTq5rC8sQzxr0TFKQC7t3e3NYVtnFCc9uLDdD11HRsDXo3jB4V
pSu4XHnwO5HbG2By1bmh6uzXrfR1GXMPsGkSGdS5tp0OyOLLk4y9Ogvu9MgqfM9rn9FYb0tq/FsN
DdEdoisCsCSmKSK3nycnLUmxkhiagoMQRcasGnOHw3Rcz6beGetSL0FJEMGa0/7DVU/CjBX7ZWFk
eyGA0a6UVbrAkhNzm+RG760khG5U4cPRJs0LxpccJkCkBIlN7IZx0u2xYyhkrU1HccSQkXdqTWu+
dcdFEBtT05ZqrPZq1EoM7IN4tERf3Gi6k9+qOXGPhIsxegWxdU7kkn/nxiUq9HI0VnEiO2IX4PhK
M9TNVaPZ41uKiehxktmjFcsqPZMSYN1XCRkgWtsQ7GrNtQevzuw/mqn28DDBC2gGz1ghoDY2lS0V
+52p3k5a7O31HpT2NLZkbbjlCLvWihMaJE1849ZRPN1wvpz3GJDZdu6GgOe40jdExj3CaUUvr2S9
k8Hwex8Q0qJi+TWkXPUQ2fgGRIo7mBQbsCn0sO4bndPqeLmzscds/BZ3xlUj5HNFvlVz4xKBeJ/h
Y/IL2WWwtDVrF3i9PMOkIOCoaq7VgqteUWonaa/JquKmxYm3TpKM9ckQlYQgWcERm4w4Gpgj9rZX
NGjiCW0vzFn3OWk52IcKA74DdWPJ8NtoHgijmBmLum6W3FlVvJasOjX8rrc8BCaWfH2+DV3NOaRI
7O/DwvRN0ER7Q2vqnbs8IcwJ8O4Yet3eTrhgDZt3UMJjtY7L2ruZYxvcbmYgms31h6SO3XMxpe0j
DjztTEBtCrXWJWp4NbB2/dr2lOLWAcjZY4uWa0c8VvESs3xneddlvWJ8G8nVqAN3LxHSX3QHHwZP
XrlOQC520p62cZFkhwGB9ZuWZC+jtqAohEwzv6/rZqtJhg3BRAOhJHPb7YhXinzbTUgMTVW4nlFk
74Iwag99br+XUWhtjFYMvih1BLN47g4Tbe+3oNbLah0UzfjCinjD6rpmJaj0fD0lerJpK8u5Llr+
CzN/jReKQsMKao3c681o7rIoxStnTKh0UbsO56jT0N+jyIvBfzeOW3PuWlt/6IckFRtE4vXEWrwC
CfGgAkFpFZmZle4RrvXhO5N/SJqyAaDSFeUaIF5OdT4K5npVhGawa51IY2KqFRT0pBuetKQxXB57
WEbAewjKLmXLDiSqNpJMoBvVcF8osx2eSgcY8OxM0cojLHk7z+0MA4MgQC+WausYqf6IENBliJtZ
YRFljJ26N5hICXT5hkAsPIdVdon6tnlGW9idstq9cZKcLFBWA1+yzoDhMjQQmFGmESaXwJ1Xz41T
dvqBuCCvPWqkkCw8cXPxOXpmVw0wFRdGfMjGLbgNoCOzmoX4vBpxbLivQZUyqQdxjG6a6RtrcQBQ
CFvVThIJMtu+kVqavkL/qA8AjGy9M1/dKOOpa3QxXHOXqM1wC4vEzk6VjjB2i5x4FmQaZa3L6DG8
emN3rEGjOmK1hbiRhYizFP59RdTUdNTFPD5MxiCurEVTBKgDy3JPY3323Y7/LzpOP1Z0PrfOeN9d
Wh7mUij9mVjbwc5TJYTrfVCQ4rOmxm6Oz7M1d82LNc1ztbUy/BtQ7G1yzEl04+H76wP4TEX434rf
5xGg9Vn28HIplv5cqh4ikAAzSPi9PXrgToN8qeV1ngiMi6BqF7LYDMqdMlUUntoymPNN6TQBjr5W
XFFHiwuqYlaVvz6qvzgtCPOodLFsd6x/0QHmZheAcyHCPAfBvqtGnv6bESuPx4osSH2YRKx8umxm
caT1Yfn660//Sa73eU74eOrGrsMS/F/q1/kkEzLwCF20p5StUCxwS/PEqdwM9TEp4rbGKhoh/jWR
gXYQy/IbRKsFn8WqSmjkzgTUZKUnbRjtaT9gw6yw4nwAZWcPQ0Pk79qJf3ER0TUJtB/AxnT0bMaP
FZjew/1j4g7a50EPCAsNMl7kyEkwOtW2R0hWXpJX6CAWfcusZHqoWmoVVcReXhVj/ZDl1d81uZaa
z4/DaqFGWyYRQChSeAz/eEQa1oO5Y90A5QrI18rRnPGhpST1BI+AdaBLsi8lBcNo3i0BFr/s2V/k
Q1Gnu4WQT05mUy57MM7sr6+t+VcHBq7ZcxwXVJH9s/ZN4guss7qK9kj1WaGGBXuvjhbFUMuRVZHZ
5F+IEnKtw4SIg3qCWTTJkZCB/qGzenD6ERq9J10HP7SyPtfFAmXYTsPEtQktuh5buMesuYNiWcMv
tZ7c07mzl7w1lqayHrubicLg+5+bUpUN40M3L1WAnED2B8IP4ItCGhvvlnXcGzZmxhbxHAkZ97Jk
B/Tr0/GTjGcZ6khKaFMhGqKE+C9ExkholcJyo+3MyGYONIo5j44uzWHGzMjRM/GTpGC4hFHmxkzx
ZMwiDmtS3fxl9BzOVmgKdif2jMInTi3+l5PFT9i9U7j5LA+ZRrlc7DqmSgO6OFT7IqQC5uMr7kNi
i6t6P5M9Nq9o61G8cRKwtCs0fNn755f9TyX6byrREFaYYP/vQjSFzfyPb6361rXfY3/+/LV/FqHF
b4j36OdJitMmdV5u6H/yEc3fEHiCOjQlgwj4OhLbfwISwZGi5kaCR+sLbOfyfPtHEdrSfyNDxQEX
suQJGWyU/50itPWTwJMPQcnK7Mc2jciMJUHpxwnHNiaoJNjL9lRxBcZ9AkQjXBVorNuXyUm+usgg
QAYClMq70aOa6zSrcZySoyuSkh26e3V7NzliYExuxi49s0FmpaY5F6OqAcrpWk5bCODf1BFmifJn
3lpmpq8rnMdgHCpvW1J78j2kaT4trfsSNzYJKAEuLstNNqJidgkFn6lhA/Fj1Aa+rlf6GkzGCwvl
a8e6hwC2YolgiL86WqljzebliYDUV/QSiFZfvwjq6/5sk/TyybHLAvmEoushNsXXvubj8Wa8pIX6
QLIB+rqQsB4dg/056iQjXzZj5UjIfV29OBAn8OcCHh80vl4eIhkZCQFe95o81LV74PneboKGU8MT
dxO2GaquOPlAPEn6hsOpxMbSrPWKN017ToEFmJuvwGnQ3UOmIIWxY2Ym0zkGlE/aJgqQV3QYl/ax
BTe+SMN07VQO/5pY94MLNnH5zdgCpKw8InNnwyEGZ+IUlCkIR7sVMzuW9N6b0n6TNnwkARb2ybZI
oCGjwth0uMjRMjnJml7WY9J4EOqw8a+9Iv+Y8qqg9ViTjg6sZY3B1wgpS4TfglQTnAfvCuWlpeaU
4rKF6+BjDuQCt66LLbE3/Dr2mivR5gmEfCfwKXAQcjXr835wOXtmw4cOtjy4Qrt+DhJVTS4e3qqh
PMM4EJN5T8UFg57uXQdX9L6R8IM85ftecVBhnFgHU2OTKzBHrYswG4/So5LQl8soanktWa8X1Yhk
XRWNsZE9IgcnIMhpNhhYXZoBFrHtC+P5A2ORSeOAQ08H9ZXHM9d+5k8xq49VL7R8PbQupBI8ZX6W
cZYaUQLZkOV8o1dgM+umfvm83hn5UFRzGVbtwPfF70zZwIMaWlQAdTv2FCyTww9uckY1uFyEXYxO
VzJUiuVeCKt2ekwj/oht7CvhZVx/1pirvgRT0HG6UDRcp5krP1TcJ5Ll+nGg8XsTAcADqNK8SJBP
gA+4wm7HYGLnevk8GXnJTTFovJQy/deMfINNoMvqCHTF3lgBgzZNIKFOuSceiPssfRqgxL4QDuGb
+Ba3OL2NDYQ5fZ3RuljT/uAYwqg5uY027kLHEGd4mrRO2pk4F8lNSQn8rAaCmfIOHCl51lQXhzy5
cQ1uVFNnInD7KN1AIEg3OvcJtH5130f25fP2goI608YhQ2e0UnfdFdATi47QGPrdzdrCrnUMIx1Y
nm4mGxyh3IYJTfDPa0sPfDFH5WeHkgRTCEMgL0kHotSLBnYZ5bNM5i0GQW/XhFaymTBibtFOpmvc
2KX/OQCWEc4tfq+sOafMyzTm9dzf1rzAS5fL3HbD4tdnGNFAaWmSieANuBJ1B1YkPl4kFH2d0PaB
ZzJ7EZerJv5nEMlHiOGQ/gR3jw6ty89MgKdGLoLjAhY9s5EeL/Zo79wh/opHnd2cHPJzkBjJhgoe
HehZ1/ahzX3Ktk6cJypNW3avgFup1Z6JBOPTIRMw92aQFZgcxJyTgG3tMMOQ+4WF6kzoW+9bjen4
kvbJGqNks6oomhwGB5HrJ9lwVJlOWIRtbjTgb74MYcQGNPDWny7eoDPuI3Q82N0IvClbJhPqb71P
2ARS+Z5DADDDXYRLeg/SmR+S9NPPucnwCPz5vGl75fS+FmpX3ju6s2uGRG1b98a0JHCQq7WyW0LL
kxhIKCSYcts4iutXEHSKWCk/j441XjqZfHgWKahgKvjk5VyTd5esk4y37ATX1cqdZENmV7PWWCCt
UpwcSES04A4uIyunokp3blB9VJK/zroYTopdIhVkPrG0VG1FXX9Dw2kjyBChX1Tyif1+sUm06E4b
uotc5HZsbMLjpEbWobBkU0E7BEQmknXojvmoAXxnGfg7qd4kFzmsCJyNR2eHHdFcx1+NuBjXAt4O
qRW6cbXDJF0jwi/jm4lS4hFvK5fQ1MnIWwWhsLpNrFfxKipUe0eBBoMPBJ00lFvMoD2M06TVNyPx
JM2GfLaSknBVaccy6N4IFi/eyV/5Zim9ABtqjsmHW5kaXD7MjHODPHak2JrXxZZUeuAJkKEqmkJx
zT0fW722DnkUrQ3hBjdYn2dtm5pUAS6JgdLmkMOGy/aY2lvthW5170fEqaTnIKIPt6rrVJCcNpFv
fLF7mE0beryB9pDDbz0Cdvgb4dDPW2HWNYjI0KIilcIV9bNUMfU0A5Ju3e2lmqYdUpwPUEQuU5B7
BSMChwZKum+pv/Ws/ahX+lxPsfUG9bIwrvAk/bSe8ibLwGJednsxfE523IOmIp9tQCACge/juwXn
X9RBfpYQfH5LOh+OAdFN/xeQ3TyExDjPebdPJwbIshLwkkDbhBqxEv/ZBPy/sJ+e/Us1yn/VCRPo
W/P9DgBpCL/zjx2A6/3GvtnByeJZCD287yKmPOs3Lh1bamOhMrso//5nB7DIUPgVtpjg1akHLFz1
/5Wh6ELwakb1PzYH/4YMBdrgjyUH/DX8h45fkpJqc6QcxPeiyworu1UanXWwU5euqa31lxoS8W4O
ovGYhpW9p42Pf70YhumdIoQ824lVwdgRYngoio54t6bU3lKZ6jcJO2eM84F5deJYMSuVTr4OG0te
orRvHqa4V1f4DekuwdV/yEJH/F6UgQvmU8ZHYEObdiKpGMcWohiauApzHRwDTLPl/E0vE81XAcsM
wnkS4wttreRIoHZ+CqSZ7mhV0Ltt85vCXmDYaUAGc5xFR9E3A1KJDCkK4ghzbWihPGYV+UmrIB1v
ae+nO5re7NYbcOi4v0fjHke/d4G8pN+ISek36HG1HpiASZ2UpuZOFEb4IjzlUepL7sTodDeBIa6z
PmHGcUiGzyvL00ATl+YH6lUK+9lSXBXQCn2KKO2dNwlC7GK0CSidR3jvqep2dqqX78PAh5i1CYlM
UdRh2ZQ80pJyqtVIoWxXZmO895q2XQ/WgF5DTgJzgtE9F64KbtsuGu7bQs3fADwQD1p35n2YgEY0
KdlfHNQI92iRlI8zR23B0HcnfXSqrwDyxzU0Lrkt+7TfSZHwNdAJsDnJ0z2RfsaqSqzuXfPMFbmH
wMG88mTkIYxmNIqdAmCT0BxeNzaI7qTMDpqrHUiTT9aEeRN8BChuV1W9/RF6rN2auFWn1rGGnUN5
+mBkUXaHUXU2tp4W8yQgUVrbmPgaToh74qdwUt6rrJxsEyunPAalM3wpSaG4etD3b2b8DjdDo4+o
ZmpTPQet1ZzjTk+/WIVV7sg5h3wzVIVOmTalA5Wkpnk/T1LdhFSdtuBL0nRFHBLOAVUKvCkt8GvV
mP3ZwYd+59WMFTaF7F3i2Uq/deNYXgLHSfdUCs2TgwN0l5WOeu1cqV7ArAv4FqV9nwEc2o/RNF5A
D5gnY7CLfd0V4W1rFQ0QdhPyfNakh0zrgDwHA8qf3HbZMpfGK4tv56ZiRYq+gqTOmOJQhnykSZF5
R/ZtWg4nIxoshiP1H431I6LQ9g0Prj6tpjERG6MM5FtlDn8gbcgOIa2pVQa16VBA1NpikGGHJXPj
ybSSbyzPy5DVl2W8Sje/Fr05P1FBnHaznuv3ReSwlxxR2RxtHii0PUxXp50hbMEuwqnemqCO7yQr
WSLDqTJ8I0gy2uX9sgGdVfroKp2WE/uzjY4/8xSHXMTBNNWBlF5nDZwn+yLNpv2KCrmvV22CPqLI
DyG6tmNBfD2edsgYjsxYuKZxco96LH2wg3TvTEN7dCipH0iOJ+W87GhUMlm+slJUB2lnyISUWa2p
BLKXzekZlQ1k43msCt9M0LPP0UTHr7STF8lK+JFtk3ZfGlnhc0HRtdLbMNYojcs7jYzZIXWqU1VD
J6DfvLXbONsFzaDfYMhPd1V63xNv8qIttszEMcV9rIfmHpWc3kAmRlya6339zWwnjgTI2qCPcodI
b9z0qejY3UvTfWklyDEe3nOKaktOBYKgKbydmyLZaWM7EzQ32dKv+9FZEtqJ4AyDaUMlpWlWc9Et
W3WvfwzniYRAJAslWUhhxTSHHYH0lGw+QcGqbmiy6xshtJcY2YhL2u5sblTqkdK09A89eKs+W9bn
xB100mAbfQOnsVoZcVJ8TRGsnWgsePd25joHYgbGbDVDf7hXrZaspcx9CBjNmxPLEdGJ7d7pjZNB
zc1M/dK7he67AYEEK8NNnQ2cEe/J46lxYWkaPRMTp87Ia3735tbZ80Sc/Slu+gtbMsVQGuJzE4Om
byfNO2edVd+1cVDdxPpQPWmBSi9NkpWbAu0MmTgFzUvUXBu7qcznZMiMvdPyLemUFttojI0/Zhl2
N4PtlW8WqgYeLt1svaBoVo8wqnr0SSqhzxZ74a4DzwexLSTRRgTRnRAYD4jItlc9fe0vesepzyN7
Xk9TW26a0XBPruXZMR6jIroFIDww0OiZetqy0Sj1DlJSaHa7XI3tQmgrH9Mu2CkW/Gx9g/ku6U1r
Qy2f7Lup1WdUJ1purexw3DpV0V9EHxpHgoKT34fKoGTC0pOKBI9bxS1+atAp74E2jAQgVLX3mjiO
Wmf5oL+kAaGHzEzQfVtjPSGRvZu7WPtWWlI/lq2rbaEYNreAq9ODbWnBlpi85j6dBvcRYgCxqlTa
vkSE0fJxdGz8adKcrRnJ+lJP1de8madv+twx/VP3nilojVa4G1EvIa5wqaU02snOdQPPS16jekAh
OtgZXfa80xUzmtLv4UssiO84DinksRAhl6FKJ5+kiva+Cqt0X6DyUqybJXX8ualxPMjArT68ukwO
fRqhBRsH7ayMbDORO3TX93myb+3u1a7RcjDXUnBxKZ1/TVrnFeLmmx50H+DEXt1ifMjZ+vnaTE5F
blbZoc7ltKkrdTWoTR7LSMorFRfjia1n/o18yfEZdMurS5KsxlBHClcnR8SISu+OZdVUfbtLnbGa
HYQSNoJYKkyJbm/UEuewWfy355Fi8Lobxs69q9pqgvXqBB8dBQF3n6LP8l7JLDPA8/UUaYJC3yED
LGc65SUtaaihxWvJBMraa2E5kiO7raiaZEdXo8+5WEDXLPKSkwin/NjVSr7ak139jpcmjO8CvHEn
GdEJvnbRHAW7dE5SJC9jM8w0lcLWjt9JYWq0Rxtkk00UZE9hqdBUUsCwUeY613T2UFQEt73TPBNx
N4DHoRCpT1zJNrSeR80Y9uzMJeK2trvwynHrLVKjDjGaqq1z5xl0SXWtsFdJyFNGk8SNshZ5zGfq
PxF2mCNPEO0LatPwTA9E+CgNpktPEt+l5moeZ+JG2kgNb1biTcd6kWs0ltbtRD6i0OiW5ZZJr5zY
ZrM+KXVAoA+MZyIOOWjhIAKLBk0PwIv2G6BQC5FJ1KzjSgsPsxW2hy4IgmON8PXY6uGZzXSKAEmU
Z8IV2/UUyur3znTQP5B7sVNVr7aAPb0NRemAzAjiTIbAKilORaAxW3BgPjRfd9/pJSkuqZHtbD3Q
P9CvsowuoW+PauXRXX6n+ue4zwR44Fn51lmySuxH0lgW5yCcApWlq/9s4v4/mzhyqGiu/KKT85ZS
3K9z9YOd4M/f+md+g7B+wxWAbOwTesL2638aOcKwfrMWHzSGArrfwmLz910jR0iM5zr7c9iKS+rD
P7dxxm82BivkAzqQS5pE/1YjR/AZ3zeOyctyAPLgcafmYCKPXCoF31nneNAVJVEo44WiPu3+ASL0
qjDjJZ9QDv09maXTMR6ZHzc6DXaWSlb/mFgN03Lj5dXzd2fvL8oS4kfKgb0cDfgG/KhEU7DGdpaj
/e5oMF6CoY06vDVVjrY+YUu46mTh4A/tWaWt+sHqXmVf0uImnYmmaRXX9DqDuZGW73oyf/faVr/l
PaJubaSpeAQa4oodPP7gDyjlYtz++og/9RrfNd4/jxgzJ+YOWBCEIP9Ut7EWrxiC0fZi4u4M1w5U
yEcU6S58XJZkPPinUcRrxeOHwjHesxUyJ3RMfY14vu6L9p35sxG+0kp73bQKSU6LEr5fydpOaNYC
ZLjDoXDMGo95h6YgHf2oOqFwRLOLcNW5UXVE6Nivv9W/XgZoHjp9M9pVgvbjT1t7QvPCQSvT5pK3
GACKkPYkm7pF8V7Szbtja+19KQORvvz6Y3+qSi1KCtYbi6qCsciP5bC+u/q2PoZW2YT5JXdRsIok
6i7Ew/vKDaKnX3/ST1W+z0+iQKIvJh/hySW38ftPKnPUPlUdFRe31K236lMIEbTuhAirjDZkA9F5
N/WJpkBs2kP2d4PmR8MmYHhQWDr8IWuRjDI7/PTxUi7ynpwk52XmfstgD7+RbcW+3Z6zZoOYDJ2d
zqXfDWn1uYsu5B9t6jWHgTohtWvYgzQkkOv5ECKzR6wkBhG77jT9UWp9uda1OZM+EkYLM4mJBfPP
x8H/6dv/KZHh8/gpHhoCryclKGpNP54+3ens3LYD7UZ0QfYGPbrBXaMlLYtP6hZ5eBwgzX4NXa88
j3MVQbq1RuWzVpYfLXG8BWaAEPcbZMs/VG3K9x7GnfwbgzuAFI7i+1uTSi4KK0kBjbl1IbX8eJRO
zUayjlrzJkYmFHjuuvWieTe2o+lt2x4OK2pB/b7HaElaHNhEvxb5rjEAvaYUtvwkrbKHMoVVScl/
CJ+HOCsOEzUUyOdV+Qi0FAwLjmbQjdSsVqo142EVxE1+GUqtuUWQY25C4oap68+k5fpGH2V722nT
ByMO71hvmSP7LFldyOa8tkTfmmunp08qyJJibrC6GU3T4MbnNLKR6OmddYwQ2ZznEJC6P6Bkzggw
nRRlk3rKVsMEu0gArl7P8fgNZXP7pdM1uRSRWknubNVRdzGMaxVhL9oFUkNYyW4l+Eozqe5XKq+0
37tMonAvG+MA9r08iMpL31VfQo4ozSz5olBxy1VfWeGxDurOZ6VY7lDZebfVkI1wyutqK8QoaBhT
NUSrPYRu5eOUCcgRNHGHlN4tVYGQDi25OHseNcbgoyFfUDMyfRkzPToZsCa/2GZr7zov1gz6Ntn8
5joF5jB9pElMpy7cauOov5H4MHw0YVnadO5awszy0OjD7djGbNeHYSCvse/cbV0E0Zp88myf89IV
D6CaZOc+63H4Ui8EVx0MhAsX9ggwv00DWpZanu1qGj+hRSvmfjCFRW2n1lPQPkDkt0g8vYYNixzP
TkLEW3DfDbiYAC0qGkn1exREqHBfm0EbZbZoQJnKi28G9OzWRLPZdl2pX9qkpVFy9FQ173oPQvwh
+/SJxUZafNGlZh7iyUQf2XENAhCOpL1wuTIX2VYQ8DwkYn2oNk4yhDrZZa0IbulrObLYJyh0IwTZ
qdfi3aW5hhQoYKc70Puzta2jRXFwy77RdAApUtVhwJlJk23zVNUeNl4eXsFmpL1GDDKuWBtTgZ5b
PugAKqGoUbGXDNRsiSmHxJ9s2bMgoXZR/85E0lHu87MIRO6qb+hA3TVKy6DOhsr90Lqe7uRaL4x2
pyy3cy+2Rl/qmJuyBeaK/Kmp5mnf4BCqo00JKSFDENGjyaQflast0sBsQgXc0DRFfYJmTbKoTne1
qhTIX8cynsEmICEDEZUsqqZM126xx2m0wRFQPxP26GUHs/Za+sZR6zzQCTfNbQxVWpyiIWoQZ8jI
iNodSooy/8LD2DzGIduxbVdyBJuiRQGxccUIvBP+ajncZO7E0Na4Veo1cXndsUZ8k67DwAy7pRGK
F0NJsvpW+Ryb8x8ACT3qVxxAtjanLKoOAg/TPlQycVAo0NglkFEF67kLEhsZbl16d3EwEJFpqgqj
RQaoRzvpQWptRRmENofryXIjAAMVh0iRFrVJPCsaVsvrVkudOWf4hGZF71xpn6g9DSIc7j1tBRfa
RXE6kyuPTa+3NPOKw87oLk7pUY3Ovaq9IUiXR1LYyIRf8DLIdtuAZKj8lQw6VGsVne9x2wz2rE6C
qIerFRv2mz0G6C1dJBjmFvwmpWrCiNCaZR3S63UKp7Xx4VxC6MQElg6LmSYO4/5LYzvD17KOzH0v
B6xAboJaFeZPwPvYaYEh7tM5Oo+lad0j1RNX0Wq8YmBb7VLLnvD2kBEUq309GgaVe0kD/vbT2pbr
1TI447hqdjJtiJ4fJ7Qmvl4tPstoyDmwomHSPfEEw9VGcDdmBmbJeu0KbywObNkC4y6uuyR5MFy6
lYfRgrh1047tsvikXntng6EeNwXFo+FAjB4KXZgz7bzTE5wfq6zG9DowP3FcZYaG1875Fl1FyZGI
WAS9vpf03DplSmHgPq8lt3zdsSoI+TfmVOgy0W0lrGkhtpaRzuWGX9fdZAgFmhWlhGrcEsKomxti
Ko1l0uBm8vlGTCCjJ5Z1MnyapwCD8tHtlXLRjtgI90do/29/KmRH5IIPZjvqzSlkmRufijJP4i8u
T4tdk+viUnlh9WrRvqwIFYiUcSxcjAsnvKkh/o9aVgML3MnclQanlU1wNX1L0sS+QxqrIwbS0eg+
D04WNvss0LKPafaWOYTtaoSRRrhUFXEmNdvSIfpV04Nsm/03e+exXDmSbdlfaes50iAcatCTi6sp
LmWQwQksBAmtHNLx9b3AzKyKYLCCL9+4apCWooIglOP4OXuvPdYRY3XBMqck7rmk6tozpsupvbZN
aUYse4C1VgAUcYOl6JI3uVnymsygbf2DwNLUPBcsyArJGY/UZlxW7E1qa1zRiWbJho/M2JwZsjeB
Bvt5N/CltQad0rtJnwh59O80RZl+nP1OGt+7tsRLUJCNPBySERnQZiqMeA5wYjrRoea20PTLfAfo
xjB0F5Ny89t0aJuV57Z72C4D87DR4eZkutHOjI6yqroonUmca52OKCBuymI4i0CXE/Bit0WMV6Nu
v+v+Aq1h6WwHEtnaEXPqOHgNXwHV3DJlM5JHBOWWh9GQCkzdI6dAth0TJSPpEmtZdNTCevxKYLc2
BLmLdOoAhsS4pmsTzjvZN6Cd/rSags1LrauJDo99WTg1A44GOZRzIYxYTIGiumk3iGC4a6NXMqOT
s1ssFt8WetGE+3E95CTY72av4enPxIR9UoWKfjZ9Dad5GO3FGAh7FXyuTPxPPOtFe1X6pcECa9Z+
uvUKnLirqf8cKZKezJWTL417s8RSO4J+ExdkfHvDTRO22AlUxBO9gfLC3WTjgNQ1sUhHPndljXvT
hJaH932q/Bn1yqRFF5nU6nENeo01g2qs7y5yRn1sI+FCb9vYy+Il+1Q/KLINJKEzjosVM4zdPxF2
/9XEfqCJXbwFDJD/cyvl07MsqrL7cRz+15/5tyIWaTtfSAt1OzIci03TvxWx7KRA2yCgcHSDWeS/
Gyn2H/wL5HeL3QMKww/zcGGio6WCoTcDgQzdrPuPFLE/bzbY/ZM96LNzW4bukJ7ebJkZ0vYzVhry
RTwwMkUcowCMkGr9cE3eaZC82dIsu1WLc1z6BwgCfqEohz3Lu1VF4b6HFGcg90Tf501h9bREAF8V
NHkO+dwsDpa5+8imsdyvH/dTrwdHkODRoPHZqb8d+MfgDSYr8/x9ROxQtnVlO66HyeC4tp7dpIZZ
fYn8ooZVXdL7pcufPE8apRcbWubn0P7nlerxF3cDpGWr0ZpjT5bOqSW4REPLHpLmpyRjEWZMF33r
hjeFk4/r31/Ad0/CZUtCjB1uBCYeP28KdSnYynSzv8cUtugDq3lbaDiuE3dU942FWDg0MqoWrUC9
aBA6h2GZURmcDMyFXeJPV05pQoVokXjqA24Zn03lFilzfph8Ql08rMV3RdJ3gApm5F1agV3h9+fw
pk3yeh+Agfp0BWkDOm9bTi22qZ4i398nFkuaZP63IqhD7Vzg+b8/kvPOHffgmSBPWmQmSxfyxzaJ
PRhU2wZHGvCO7nHxc/Og3B9lZzXXuo1B//fHW16SH3bsr2cGjYp8bB5x8xfxlWm0ZVloOccjjeCa
FYVJZR995El55/otJDbwnp7lIZJ507LzJctFPmreXpr4uzyuWg2HaJ+13t3vT+fVTvbmfGyT9D+X
F8/6dVFIcbz4y9Rtb1IyH2YXKXHs88wodg9rVZDcCJQEOS/chexGDTBX6hxts0AOehMzqT1DZNxc
S7W44p0BnWVtLCTMgWj0fZTX4bHKUVAmPJv30ApKFBazLrRVlI54GEXEQaZaIJj0zGTfmoxgRmrx
/e9PkvL37V3z4OEYXE6TjjVMgTdtu9AMc8ZDctqPCONXBRafAziU9qA1MttWWcuX3KpeSNXW1naW
swNWbrrP6XptB6Putlkt5SUaZXDMXWkxQC/1B8NEs2zT7Hpyx6J4sBtnI43RvDXI98Lng/czIGM2
vzN1Jq/xnJSkG5AYTFPNXJfIXnd81I2UYAuWs4xxrm2foh7S6JBU1Rlfl3hf1CFx45GT7LXSR6Rk
J4SloZbbtVbl3cnQTg8pOqB1aTRxt2qi8FvMhyco2M4dBHroU43/lPyP2RXnhFfBigwdm1msKQIH
KkEA1KLCOWdE7MhllX2ifAzypswR2irtxCxZfVeKgtKDerqJss7a2aFI21XqxORQZQQMaUA4r+3Y
0u/qvi0e3CjOXmojhpSV6T4OWF/GdMeRiaL/hgTwiBKDoXph0vPz/Zz2QTrBuPCdEzkM9L68hMh5
i7yrE9thprDpwm1o2g1RV+jvw+xZyzTvQitzbS2iJNporjwWBTP03DGaTWb6h2nQSFYLa8gWE+St
VSSlhr64JFApPV+u57rKEX+j7GXGVlGpGoX12V5qOjHF+iEC03NOZqW61/KsM/mv+nyJmAF0h6KI
3+h8X4K0GK2dWfnegRm79UWGTnuVcp3KAx0eP2jcFhegIJuh5okYyFLuIZx9QdJSbbPYhMgB6bhY
VWYp7ynX+6CCi8etmdJVO1XRflT9No6tazMsemzg9XDoYE2sYKZ1HvoN87sluefSMeprJfML4hbJ
jh/BxA5R3q/Zl5Ngx6ASYwGDcNp45BkLgQl8im7LNLpAZPYUk6G0J7FDvwmNmeBJ6TyoLvtiFiVO
ANmmgZY6gGcgSGwtKY1zd+rHY8l4dlUN84RJwYpWPQPGVTfoUHowwbJE9fioIZUHoNKnM42N1y4j
nTJQJFh/1oAI8MtM4Tam/xLEmUX7GA/uwMM1jO6az1CGS85DUZeOCWbTyDF3kjy9M3uuqvNOQ2gh
aaV8ocDXMZy3roc5Dj3gSjfT+jRXdBxWRms0Zwr52YHsj3xvWIm+dyteF0dTlZ6t/Macs35jjnDl
sNgTud3FYTDpaflNDiJ6TOHWfCfZTz1agxyP9LGGQzb4RJVGtTiXulbvmi4L8Yvow6HHhHPSVAYP
KVcIIAhTclsDMZ7vzs3aWERdhR4Vq0mbp3sx6OXW0s34oGdRvRF5JYJU9UijLIAzBkDw82RiWl3q
RbeyK/4xLfusXidM3Y9+rWfIuHu1w1GBjL3Vs22YDupl6ORYXQIKztdhTVEwk024khUqCgQ/SL0i
vhzGzFDH1PsanRKWCM5YHl0HGwnOhwxLlK7O5k5vH2Z/FCeTF/USUWDTr7MQZzl0hmp4NlI5rv0c
Z4tKU/ktdnGkM/R3P8WQPc9Luqh3mk59kVd1fCLNk+pkoOSrKkz4DrI4fjvIR0gk4FFuJt3JbvJI
NI8kuKJi1+eRZC7qQs1GmpVnhnUYRZNta/btn9hM54cmsdvvuA30fZ7iLEolJ9nUlF+QYEP2vYLf
S1n1JUmj4dFtJV+u0XLRhUNHXqf0vTa+HDhzMlxOvg5QxO4R87/aOIQt0CIRQoWnSsz8GdPP2weA
X3aA4o7fhKmWvmOnzClpjhGtOsudo6Bje7+xiJ48GSwMeBFICKg7EzsHdC1MKn14pFaxAxJLmQZ6
uTwOiOJpYcbqhRp4+JTgNt9YldkcSSNDm0NtY+4MvWh25LvbZ3ADtRvFAXAy53x555DGxdpWsf2E
e13SzQErfaO7OHnDLOpvpA4eQLqx8ah79lmbGekOina1a1My7VbUi9aZPRHi1rAo0EmwLgerEds6
bias+PQVhjyNt5UVkuNY9ndGqJE803XJys5Ge0M/9EqGpb/s7KNhJ+tBxTsuv5t9k8Jr4nMJqQL/
h7JJs5vKXjEbRFAvLSgO535Y4DUQE/JT2mSmiC+nkWz3+fD6ef/vhvWDDSuzdTaY/3m/un7Ov4xf
5POPG9Y//8zf+1V2npDH2KMJ0J5/2jT/3q/amDtdvJjL0B9dAAXqX3N/y/8D6wGCHmLWGSdbi+3z
77m/94cQSK11XhEC2E39H1EECcR5U7UtWQ3IwamECbJnM/mmCs5SPG3G7Dd7+DPxY5d2Zb12aguw
7zQjaQSmV3TbulFXecWjHuQxpjhGxgSt6kBCh6TEM2jNxmOY9Aw5ypIeNo2l8XnqHG1xZ6Wo95Aj
51F3VRIoRD8zfxKaxErRQxEtI0YoCrDZRmJrVisuYrLnibZv0w7D0oR+8TJPbcQ7Xs/q6NLPEkuM
hjw6Bkt2X2HOAkhCiF0smxVdA3k2Ee4Ik89CmDvZ6W7klzOBFDv1wZ2T8ABopLspoW0dEYA/wb3R
HpO8wD/UlFjLm6lk4GRGDB6wOtZey4dvwuRRTO01yKHvtpZxkiFnCsXwWphgPXy4i2tlWxob/bLb
Acx7qdESjyvd7+igA+jf2DXYH7PpCH+dOXo8mNeONelMBbqLDnjqqjcxiRneXTj0F0bok1A+lbdj
MxvnEyYeZJkllCAPcIfpkW6vqJ+8+pF4IEpEo5uOKLmeMEgeFrXfapEoZyp7auxFjl5Vt+Rfz5+z
HHtbDUwezEvdb3v6sAEhVwGP4N1kAVpyGb9lIdCVoSdP2+ZH+w2kFTIN9RMIQY1RaVbdRq2ff6pU
Lz7R68PTtjg3KYqtLa3bCfkznPxYL17aub5C7jKTpK0dO5KrvlAjyLuatDXA2/SfA6vO6R+a9RUK
hn3ozfQv7K45UQHKR5F5d06bVDsgCXxemSARupe5mxk8695vHG8jc+8+n2utQTg83kcijI6iwFqA
xawtrk0/7L9pOozhwG1067ozc+uySJh4on2MJ76bcTNv8ri8tVCCbAiykDSfK+umzTt/23phyfAo
phnMm7NKiflex2S6BMTpNv4OGBXiwag2DAxeCj4dXPtV5w1OdWlCljkjDKPrt6PU7Ht61smZKBz9
SXDi61Z1GPWS1EzWZCBX1dbwGJ9iOlD6GanBdneoUL+ubHLC1YtWYu3feUgAwhflu+NFbkq42+CJ
FgdfwgARwxYS2dS4/e9C/z/ReCHBMOl7/OeV/h4V/I+r/F9/4G99l+7juUeKBdOdRiO7/H+1JQ2k
X6yrtAYNvgRIudgY/6jvMhaxC2v/3wu8+4fO/5B54qhHksJn4R/4c7w3vRQ+O3C4kXTRJqTd5bxG
IvwgpqkatKOV8tSFDydyzhi61UptCwecRlEI65BNpFoHQwR3rbVF+91QKtlNVMVXqinlXiKKOTPr
arpKl/y7V9pqjKD8ioZQu2w58wnZfoZ9Ue8HXK2FI8LxRnMV7KmAhGUI4fdxONEP3PeFycIcjQOq
Wj0PtZNfEPF6rAAh43820QJ4L1btwrjYj8gsp+EQub3Bkh26EwF/yHea4bYeuMi3GgFai1uUnfqG
Loecz7iWwjqR2z0FbBAXaHWtO6uoMJkdYdVQEJoKhBL9mCeXTLDjXeOas0X+oBPelYUZ381dZdEN
MIixnHvt6xgXyZ2HZx5AUhGn11NlE/Utm8NsJ9CiKsyQYVI/NybY3VWSSSAAemoFfjVAcQsIBXbN
krExyREuvNFspMk4jvrQnJnuXJRGkJbedBkTZqodprFaKIkZwdq3mjKw5q75iKTRFk2obbo7MyG4
kM2rXnXNnqyh0ECZXywRNNONk+uJvKintiq5CQUd8GL4b+X3/D9ZEBZXG2XXf14Q2G3J5PuXH9eE
v/7MX2uCp//Bj+A9RtZJsuqrvOyv0s9z/0BP59CBMWgMYsT7ofYzeP8Nn9eWX0A3US/9a2lAKMrS
Amb+NThimX78o6XhbeXH9ox5Ca69v6Yp/PcfVoaIOdfs1VW/N80exTDeD5Qdwoz9c9FbIHdcW5bn
5MfSVfNjOEE/XKt3Rhic4I89XuZAC6DE4PosKWG0Wn8+etMAU6XR0e3G3hw2riqcjZGYOeaipPig
NfnuoUg3pC4VS3TWm0NJKx0MgzCLHTUI7FjTGFdWi9EDQV7zvzgrBlM+eYrGQl9ZOuk/XNPZmLJa
CYGYf5pYRplKrmXXZUE3uf2f7+V/VN8t4rofmsqvF5DRmC7oy5sW0PGfD4UQts9ymwvoQ2dGX2oi
GOidl2lw1mCC08CtKEmbMMwCtI3VP+vQ/3Vwhm3LU4z65815dri6Qqvuup1WCfjF6UQKrSGaD6hR
v944mwRM2snY2U2o/m+O0kae1Q5N2OMdEND/xWtcjz017rBJIWt9NHZYGtQ/X1G69LxbhMSYPCbL
J/zHm2c3UJdjA6QhjIEOQYZ8di3zxSORhmKrOHPC9CMO3fIT3x6RLByTwYohjF82X2GMO8Szqn6x
PdlsqWDe1bpfbX7/qi2X6Zej8PEnEkXHZGQtl/mHhxLfgFFmTdbvrGRQK0vTzjF4n8h+AD6jF/YH
s8n3riJgvX8d7c1NQ9gdNRAX+90yAiObLVlFAy23OqWPV4FcXcks+/r7EzQXoezbM/SYOtgWe2ke
SNbtH89QxZnjjSOvHWMUccK7mX+K9CXppJqxUVQRO8Xmxh2UFzSwsr47ROcda9va95GsdgP1wqaf
yMOQo1t/myai4BWDqZVJCtrtLNUKKH0UGFkzf7AwGe/cf4t6EL7TkoD4yxPntfRgq47XKBl7ka2E
NmY46iZ72Giaxf6QbmtQe9W4trh6GxOH1JM+uxNQCq++dBHtBxFdvBOymeiDF9x+91djfV7ecPtX
7XfqM4FCzdchlI03ZkgCMQrzCamg023aJmrvp8RKA310/Jx+/1wepzKVxNgVdMmLiX0e/Vhafm26
alSpryykauuQmOEVwc/qjCmMJDhj1g7URtUa+xOWZNdmMwkz5VOPTu0T4+Ew8JG8BVJo7pY0KXjN
lvQ2fTUdu0y2MJTyPuhC28fcbJ/FIrvvRw+YhFBE15EzupX0GMCxdCcIw/O+SVwmzwKGyBTm4bke
K/1Bk82wA2SusdlTL5mybjqvo42NK3VPd7Y78ZPL7e+f1l9fEDqTFAa89cJ3fqEsTi3cFZvu3y5p
40stI/Qq8fSDkUx3/RzWmx5k8T9+JTkiwgaq5iXK4m0Ijg/314NS2+1kCMi4FZvciL75JQ13C0kn
YqXH35/hr+v2EljluYSl+Ivi8k1PqY38oeTedDt6r6ShDWI8MA20Np4p1fr3h/r1MWUkDWEZaycx
syC/f37zo54uBwk/fAW9wcaq2hiHauzdDy7gu0cRBIjRcVvyIN+sL4WOVK0buYCaI3W5ahjH7JFU
ele/Pxnj13WMswF84FEtgpO03xwnQ55poLxEVUwgxBq1brp1pgI7SVtWyJBal5KCBx9wSHSU3gPq
t10lso9GucabniBfd6b85Kigh0Ff8wuIs2kqMSeD2+4ErncwUX6+RX/abcXYJV4AkFoc8M35G6lX
z3k1ujdZl447eLDDRTHP1hGd80esTfPd3wldDV1KC9XG24ojEpqmhbHV7sqoLw9klG18vUdriOX+
MsTDHcQuYQc5Akzmq5o69XWilnAhc+17ZYUMN3/OjWm4zLxpPc/jE0ZWM2iSrr5VZU9MQZfYe3LZ
mMGp/BJf/EfFxfsn4DMgtyjpef+Xe//DVzg0pF/APeeixuomkm69JeA+uo9ZxYK6cdN12Bp6UDA5
4osliyNy3i9e4t610vEPfR0yRiMla4Pq07+uZre688T8PNthebQ86E2oJBWEtZTZZ9rlW+TQ9Qef
BOPNgP/Px+KHM3jzdI5dzi9cKRq2BE4cw9kvj509MU7U9HWXSBb5nhZumurki9BebGvIA79/Qax3
nwJ6KDStCdD7RXvkKdYSfBrtLtXibpkLevZXyqorV7TlisTO71U+TA+uacTfcAx1/RAFaWXS9LRi
oGpRuzX1tmKwK1zSI4yxWLlmX5MYqus7msXLYDUynhUBBiyVLniBbGPrKT4BzX+ovVTujcHWzzXb
yPfMTL8Ambt1FAeKSAcJauwA9gfX/NfSzXPYDdLxJ39IZ7f080PDBMDNQih4uybNH8qQoROzPm0G
pgC3y/qgTnxn2aZNBWKFup4f/DbnivAWB3KTQV5NVL742K34atNDFijdPzjSsjf5uV7jtIDZkOAr
ACy9LeybMOprN7R5kmR0x0AyekjzmfFyodhN2CpDdKo7mncMHeOjxL53vr6OjrBoUeKwN3+bTtdF
8GrCVG93vas+4/W6mtzmRhfhS+52X9nyOh98oF5rz1/O1TahcRFabDO0+fkW+oPWTknCI8s2vLzp
LeoeFVpr8mvA4g3zMxrnuyrJp3WkaoobAZ1taCMJnGX+4O1592EC0MOXBW3iL6xOxGiDHQ+8v6NX
dWu9dhl4YFKBq15FgR1/pBp756MJtghoKQo1vGJvV2zHT7Oo6CduspLg/WojDObeiz/YI757fVEd
CZ4kLi/izp+vb9qirTFE3e7YI8vAG6YYGE1KJF4IRmbEbxREaOpJz22YOIRo1egG5DhbtLN5dj5a
I3/dlCPNZFfIphxnrv32fUVXYmMMz/hlBhhquNsQFcv5Qg0KXnphkE3UFuUudtG9VFmvf/BavTXk
LSs066LDxaZuR9D65lnrooHZSqnLHQqN+GvtMoVYjTLqTm1i2HjDnMpxgqrnB6w0tYT2DE6T22s9
hVSwKho3zoJRU+MFMVeg4syu643AjhAH/H4Zf2ehAU8JCppXnzrnLQw61jzSyslo3xE7Jbe9QIQv
2sbfUMsnH1ySdw6FjF24yAlpw3F1fn46ktRo6wZXwo6ch+JFWMq9BrUMrFtz9P/FaVGD2rTal5ba
L6taDR+zqz3R7CBIyWvGAQ4JFG54lsqOLuK/Go1Xf64e/6fsi6sqIbH5//3fdxYxjkRbhBIR3+Xb
ToU5g2Woeo6UMDpdh8xsb4uoMTd83TALToUAXkHyxO8P+u6lZH8NtdoxBBbtny9lFOklzkm72WEo
gaJqE/WWECaB8tRsPzgUMm5+2JtVk0pDR0pNX99ixfr5YF4mqj6aDR4RseQIOApgRpDEYpzXuGVK
MjJla64JTe7yoLGGUduyc+ynzYzVqACgZPNyJRY9xkPYqvyTCZqKoIYy8/o1lgYHjWHYxF8gimgX
GWF+LZzVHPRiWy6olpJTsmD4Vtjs/MEeje3IiEWd2cQw7EiCcOcNntqYNOgsNu6cHlnnOhcTOeap
UUzOBsBVbJLNQFDQs5PSLIlWNTuY+GyKpRWuJfOC+L4lbU8dcpKH7R2urUJsNL02jsWMT2HX9tnQ
XtoFdMML0fUqvHZa3FZb/lkbscTINoM/K/ysXJdYhqILz0UltO5tEo23vd3kt4PGRPgoS63aG5Ik
+ZWKpAmjPk4+FS2zIgwWGG9RaI4R9Ni+QsmtMuJ3NkWNefE8HdhOMtTw6zHftaS+ZGusK2paM+AI
9bNCw0FB36GoCcEp7KW4SuBQf3HxmyggK90UzB78xNvaxnu1Q2WUqqsxdIfbMhGy2yitIX5Yrwov
2vRqiPoDRey0bbzJT6BtRlhNBQqYOWjb1N+VQJYr4O6EEsEAMZm4NK3t3RO5kRMXXxCo0op4YFaL
sxNUaH9Nn3fb4yZ+CGszfyTPS7/pSgdbLklwe02l+cZq/BOqsm3ZtNsJ8u1N6NJEFQQvABtIdqbI
xnXmZ8U26oejNagRmG37Jc0cuDq9Ga77dLLIKLe+C0sbNwMiQ34H6e4c2E4bXyTOTvhzBQtYzCTI
+tFZC+Djq9uhMhK9grPqDl/mhhDXwcJwOgAhsZMcwL2zgdnfXNl+QcqWXiZXmTXOAcQb48wjmesC
RyvYKBejcUvy3TRb9s7WjOskwZSPAY1hmS+yYEqznqKCgThIfYACrTtfk814aDrRrRLycfhLdsro
Lk2jkEdmgOZ61rNmM3VokdM4HMA+wNwarXjN/Nu7IurrBpfZtDFGLybJRMJZYs5NzowydzOl602I
EPkJZKx+Tuqgt0YkTmS63skXR2vKQOvwo3s0rFGnV/ZB5hhy3DKcDpaemIdWucz0p+HIBH2b2LWx
zWz1WOBneyyTcM9o7zbp1SOewnIz6j6Nuj58LBwtkryBhXcYehe0jNbgmbS1u8z3wmMbWsnaiSoP
LjBS6BwxxUqk/ryO2TfcJFIbrppIejdtD4xqtNrzToUuCKIFl6WVz20z1nsy9JI9YcZYhgtveBFt
1+PtHWc6XNmQdLPC8t2UkDNWVJoSs2KV+N1dVnlEDpg8PA8F6p1p7TbsI/iYskikUT9+RgySXTaE
UdMegZPjZcZB7yOFgbSr0FHM3hl/U20mXohNaJu2as89NUZj+1nF0m2blTJDMWbrGY/6Z82wtnoa
Yd/VMNzVO5cUrG+Ti3J4b2W52a8LT7qEtFVgRs41zcGKkLkeArccnbl2pD2rEyZYNfglJVcKjFqZ
k4NTDHcxXf0rM0/Nu7Aos+Qwpg7pLRiVL1Fge1uY7+O8gok2HeOk1b86ekg9SX+33riznp/VfGS/
daQaO2B1IwAKo51YCHpa51YMWfji09zvAX85mK9eqe2z8lBuD17xImsJA04Rq/mEc1Su2aLZJ780
689YWcc1zk2166hY7jyYZZ+Hlp+jtBzbZYfcbyYBIkimUhzALrQPdOEWZU6LeBKvP09CbPnNY4wh
/VtTi4xYSK15dBuE8akMu/wAAhKVLHa1BzSi2OldsJVrh0Cbbt3PLS8HiXk23j341a8ixpSC64CD
E8k1LeQNu1JfbjP2TQXDZFAOBAtGw6cmHBfPsI3GZ+VHC9m10gU06YLRIAS/OF+eQW08IuWMb3XS
jQholj2udy6n9gmnKadIDIUfn0Umyv3UyYZPg4li+CIKw+iUeGAHKx2UeAU7/VzEzPVxIiY7oSfO
7dCZ9kx4ndscnTqOT+h76ydad0ykyX87RZJXdVNWxbyd+ynbjtUkih1oluiU5/XgBrWNDJOXqOGl
4u7ShG+OWeGLkwt4/KscInlNUphx15Li8ZCkGfg/3JY7L+aialKoM41H87q2Zf3VXnaYQenM5F1l
DR4grmyyhwfHj9UgihhSNEcyGEllHNr6a6dq+YigH2mp6zbfKiNC5EWSOJcVl2R4jOhGINfq2u/k
INknMTfaCNjQj05TQkY19W5RqO+YrgXipNocLYEQdCS88Nzgs1yvRz8FX0iMABqBkjxLVqgeoSq8
R+OuNpR9SuwqvK+dOLp07L56ciJcGVAyZ6LxgDlgvPIoIl/FrlGHH0ZJPVxHONzPFhTUXvjudO9p
KetiFCZ7a4Hk17oWnXpETDPxBTYVeImC4ySsJj/IbLFMdz5NnHWSQWVHYs7/4VXpG0Vj3q3TuYa6
PPOe08Yq2wd0GOrFc4f2uxsJOwhDlR8M2S1PeR/XPTMX075Ninj4JKqud4Ox4pfMF5eW18n6i0WK
+C3xZVgp6nKMT8pBmbBqRSkfc2xRV57T9p/0espuCNpEugwJ79xePCmNGDhQpqktTrjFnq3h3xIt
V81LCXvXI0296DNhjdqExRnxnRfe4MkWh0aPIapbIz+xmrMbSvbp3teZyMwj3vPjLGmJY7lCxOvW
tPmCsCdGeEW/pZUrwGljGThahUFfpHMBzFVzwhsRs+VaYY1o1KEYBhTVcc+TNOM6YenFgzGsWbPi
U56lhBsWxlxdaVZKExehBvdab714OGBM8coAMOpLhUYRWo9epEFTjM0L6Frj06uFZhhb45kIBoAh
vHrNNavF/FIhjZeBY5YqI63A7p9ND7wC9wwZo1bXXBaHL3m708fMkCt0oGBezVy78Tud1cx1huep
9prrLkRD3TdmfdkNqv48ASm8NjovOoXO4rVanGegpmFBtPHiefV4v0st6h4aJHz6tdS8ljWe1DYo
ndj6X6io3Qv2xOG27klPA0qLjKSMOqtnIGx5TwTbdKhg6mg35Pmwf40abfhsnltw+fsVkpXkyhFt
vQWQ096jR8aGDgG7iyr+VVvXhKQNtfXV9iN7K2pM9bUAFmBaWBEIyXB2BpajFRNNsc46yXsIdUPd
GIWcrl4DoktB5KyJQh1kZHXb+eICPCBkf11P2MtIuR5hflw29H/0Ph6OZIJKDps5J33ENA8QgnXD
wj416Yl2MRHaccKnEN4SyFYd/CnpEZEnxQwokGFjg5L2YCfdcVAqRwbfDxd6NMpzcLUl9P9SrSj1
KQF9xn+0UL/4NjyGzC1JZK0G6/uQi2OT6AZLGvio2WqbTYkrJJg6cTZNqXig3iYHT5+qr/64zJmq
jig5zTw0YeUyLYspSIe0Ug/eNEY3ehmPW3eq93iCmrVP3HC0SojI8Mb5C/2/4nNWoLfkm8PWytTI
4UoddjiBq5SIgzTLiCLU0FwNoQbbqhDQ7IEDnBUh/F0BJu6av3FpyofaXd9oDkudH930LQfp7dC9
6vGQr2hM43NxSXKFC+F8ggyS7xOMBhMB0jvapTF1IKXcqli0jVUyxheJR+OmMsxDiJL2a6yHIzZH
Da077Pu1l/TWehx4Gdsaf9SY0SqMlHLOKC7EQyrsXWlP1ZbXiQW4StmdRg4iSj/3/Zch680HjGnG
pV/4M6qFQtzVgDaDiRp2a7N2cWpt/okALvdaDdwle2inZutSF65kJ8FiwdN9nhk1mWQyd8llk/IY
QKOMyAqcSgjNdQ09WRRpG0x1KiGZgGGZkbb2rkNBL6L0C+FIpECM5b4DQ5uubKGhrwV0POvmQwe1
ZMuruMVdTgYFMzYKMre/LIQd3uPbp8wQA5hAVyfixuuSG0+X8zorLO+sVWhrQz3exCTIrTJL2qei
tqsqiEffYGiRzwelquHCIfKvpEaDA00kWwkRckqhlVgEH4P6WPAPsmRbmmsprxEztOGCpL/0sTCF
s8OIXPLJWUwtzVzT0ugTbbryQ6s5VzSzl0yQIcEZJcEi++CIb2wX0XPqTvtw6ILBa7OLnLt81paA
b1pR4b9iwLOk8nXn9H3VyiFb3pg0/9FnZso+54vEvADXxZ6DpiZ2AegU9ma8G8YjJA15qEz3qzE7
z6Gsmicq1vwpb2ElpXiM7t0c6Iw19ATbkcx5rRwqllxJg6G3381BNEEBohya9sA7huSoWdUo1oOr
t+7ezZbc91I41Ukbl/wyguKqE+0bkhFML40qxgBLvnhl2OlTUaTltdl4xTWMTXIrXxOW03gk+as1
daCjafy9IfCYcBKNH9igAjjaMq1uAe9746Ok4uG+JWxyoBBgUhw0By91Tbb2vGRr87WkdzbnBgAH
ghOsQxUm5h31MTtTosvFMcqm9nuRAXRr+yV3mBzo4iUjD5dYz7kLn/Q2Nb5mr/iDSgAMaZspfAKp
yyZchInmB/VM0jFOHa0gP2bwUT1ndnmbNygKV22MVnDrRt1QbYU/0tHop5jHIzZ7CpyqBBkUO/+f
vTPpjtvI0vZf+U7voQME5kVvEjmTTJJJiRS5weGIeQwAAeDXfw9ou0pSVdvtXtem7FOWEpkAIuLe
975Dj2mMH1Xhk23Y/B2/RnG5JvY2s9cE9fIalSZCtPUg+ZbYYECXWpewtFyamJGLpolVyotktjv6
Rr0cjDhQtYLzSPHKJ88aRrEHSwE/EvPrT9pOm5YSoGNCikffWPiXaaxb5doh9bknn93hKZEm6OIP
PPbh09AOMeTMHgU1URR28SH6nqsi38MIT1mm//TbzbQHLepR7ZgGSSRSh5nmGjMWtfQT1c707Qjl
ONZbAVgQtx5rpvLOhj9W7vIkBe6BWZDQYGZjtq8NUKBr0dijse3s2b6Y2q66sxWMCh4h89ZAhQ2/
L3Nt8JAWJVh6IWExDLsCKmd8RWTL8DE4YKMrpKN1fOVoRvyVsDSBvTqGQgXGcreZ6zcEFJH1/hVv
DDntR2D48Nrq+dF7Meh8R6pyvnVCVCBdHvRYjflfZecYXyWsXbD/eFqDy3AXB+J3OzYJUvoSuhdU
Qksg3yQH+Z7gVZXv/L7Fw6b3IZPjLJOIMch11s9K8TjnfQn+d1SYAuKrXnVUdHZs1elBd1pAlJbZ
Ci7qKL5alrpFw80hzPkVFD1BriiI+sWibMa+8DoeTB1jRUrIHMPvjtQTEX8zUhRmTV7pR2bS7V4V
PRlLkTeS0pEl9/Mcq29KEN3xCT3+R330F+ojg1xJ5hn/gIbXz93z//uNvXp6Lt7/+79271Ub/Ww7
+vvf+ScHddH2+JCMxKfzBQD4HxxU+wsW+UATeDh88hX5T3/oj8B+/6Cj618gPJBRiDuGCyNA/C3K
qf7LgISWh6A6PgyWvAV67Swg8w9TcF9AVA4rL9+bXvSosnhcdZJ9iCHh91Jz7lpsfcsF9/EK4/uk
QF57d9qSSnPsFoyIql4cTOIQDnJBkEp87g7+giqhWKzX7oI0dYPffkwhLMhqwaGqBZHSFmyKkbJ+
1j7xqgW5MnNwtdpLkm2olcQQRO4ZNZN3o+YEiUxXXJQqUXxav7SMTbORmsADe0HLALWCZiiuJyls
eAMgainQWrtgbDZZo+vKVW5gTKr/KhI/C6IFlYsXfM4CqFMLYie76MGximQlFjTPXXC9bkH40gXr
0xfUz3AkYMuCBFLKbyygwR6IsF+wwmlBDQvgwworLRhRA94PC7aIrju6yBa80VyQR2KhKREWNLJd
cEm1IJTKAiVBH/TWLeilteCYyYJoUtQ8iwGME5juyEmB6VICUJkuSOjcldGGp7pSC0paAJd2wKag
LNfhgqP2WjPuaxNMbnQr4+wveGu3IK/wcraFr24RKBXnDNbLZZJ7bb9KmWhnNHb5VVubkdoIb2CX
KZvse0/HeMugnkw2qXWBaZaUwXU0tHeNqYV3iPLtCyubONO0wm73Uec07Dp1cmqrXH0PfbZLiKr+
/ViYGfbTiKWR9IJ6xYOPw5Qi6w0/T+/WVYp9LjcpJHKBG1NnevWjm6ScUKk75PdlVpJvl4P06yLH
o6v8PPGNHIA80uv2ErDIW2M4ZHDzfNEb9JvgB1LUJYqyMEQOV+nlcclhbVaNV7oN8QOZ+kwHT8hR
w3hgYuCxFcpNn1xBfbEew6jcMDMK7z9d/zwzLDZjkVR3JGkYJ9MZq4vPSFbK3fSprkNOBIxZOLKS
bDa2RUqKRgfQeDPZAwlveJGVqz6yRly1UM3Oqmj3WBUyXbehf67bxsPpVDfz+wmY66Xt8YrRcBhM
CZ3vuKttxZ+JB6xNql4LAKbxLSOlz/gKVgTJr+Mj4UxM/Vovo+lGRLyadk+6396WAz++maLpTJQL
37GodLoop6fCrGwnC8yJ50BcCh+IaI247LxNSpzKimk9dkX9GLP+donDYA0KJB1vOCbSwdyuy+9r
o0xOWDJxIOIqtTN6s363R/rJsK/q689vlsLO9bZDb/DxuRDubTTHQAR2i1sDulvv1hoXaEzrio98
KdRKGyGuTC0VVA42T0Gy/PDPRpUZbvfNHQv+YB6m4mAPbCJraLrTRvcldEFlpU+fbxrCRK42Q3cj
UXyiX0lG5W9Q5FTXqkZbvKI4A+MEYLmnXBMPqlzmGF1hubcYzFuHCrnK2aCmW7ctXYmIetfa1wMP
te+t8kjSHk9NhKre5rh3vnVunBAIUTnXnuFMF01oiHOop95ZNRquFbyRuNz7dvjkC3AyZRcx8FI4
8kGDxxXdCZ/GPIq1u2qG9Tg7VL245Pu7Ctnb5vNpFaqo7pJowkpPZmHZBQYszKBKuXOTa9mXRiOt
cOVgVjEArvPxvWKw7eb4KsyEq6+YAT16QH6BQHYUyHQ+yTI+DahHe01+HRpq9cHGpQjnuahw8K7w
rkTX09dHN/GAfUDe4ciRth+28i98k46koyIuhXsepUn3EO86Z76PWumsbX30Lh0AfsBje5MRhCbq
qQo8UVbnjnOsX4mFV20khnOm+vkmjdQ4OQN7eGZ40dpxazMwXNiPSTGdktFfqzFdy7A6mqUb3uAp
OF4bo8CMDFMVMgw9J945VUYYoj9YG9ypAVWYK++HAQFk52UNOnLM4cpoDLBmem/Kobpo4qS+SOde
bkpRGAdotq+t0e1Lz77lmMyDbOhN6tII64ZIfJea9zr1UM3RuhdbJOu4R00lRODCnNY0zrSRuN0N
Qe041V2P/ixAWzu/FQOp7DPzt4V3sK27EQOKvkYsle3ggcWBbc884MQxtmODGUKqpgxNh/HNmSja
KVrRf03FAac/c6/YhNe6h4/BWGYh8lWSCaKZRIGqemz0nolhWemX+Fa7x5YXn+mFo6/tIXzUjaIJ
CExc9cb0YU71uU489z0RYGC49ulPLqDd2siyrx2ExmdSIMwNax3DQrPBfbEvGUAAdB8xHLUWJ5WZ
/cAc8n1E0A3FK4K6YAZd8sO7ppBv8dSFG730phPDVIWIA41VF5SdIL+mnNt+Mw+ivKwM55Sz59/y
WpEf44TGjUnCyQZry7Ki1tXSfVbi/mBJkpmkIep3SQryhoTKw1RUyNnq+rlH8bxuPOmvU2P4rofk
KugVp71PLwERtH9FmvHYxOZOn5rwmzJquPVmNqxs8M2gspgstxZ+/LCfA4dlSGdVRt9xDJVBKc11
B13hUnk0xBQJ3pvl2sPZpcf6liEFpYZAGs5E0ZmOqgsViKQIvREmS/otdcmrsaRVvEtEu+/gZfnR
bwsX31sZMp7VgCQcS20zyd+NCrwgcZ84uWFa3eJZBs0obqiszIUZUrfeqR5q9VTqU/6k8Ik8OUQM
BTYV1qp1knmds4rYybsE9DguSTQPmbf5K2dMo8uBUYlxlCI0xlUsZ+ck/KbfelFT6CyJ6L5zRu3a
MVovyEwAUx4iDiNhG2mbIUv7S7hWFm9MSfhg1dg1zuKz4hgc++pU4dR4tJjzb0K8MbF/bcJ7H67m
GXwpSTezbEqyM/1SO3WRZx+oFDK8Hapmk4wY96IorqxN3I4fCPvEtVFE3TfVJmqPuXTz4DQdY1n2
wjVtIb2tqwh1tGpSrdz5kKFvvABF1o56xQZWG6LZV/DUgrrt0iANp5C5l+HxtXJoEFb+4srcW8k2
VNeZo+lXuDi0RBpW7a4R0Lt6hZUJNcPVyFQeAusuEhF9sDc/pm1b1eu0HBhgq6ZFxp0ZqyQmpamw
9C6o2szazdV8NSYxyRlLqLnoUVnbuRxuZow0VtlQSU6uwbueFNP+JpWKeWWmPZodsWLE6bwrl0CU
xpm6rV870bbPw3qlmQSvtRgMr/t2ZolDql9mGGdO0Oq6xIJmVfvYS0hd2fdmPe5GNUZrac53k2O6
pzERpPZ6XrqDIbkj4YqMIqPdVEMVvTfjtDM7jjxcMfLNkKQ9PiTjeEwGQwZ9KsMDabOXSdScrdC2
1/jgp4dpdsaLMIW9ymhDi8meAtY9+xm7q3Hh9uSaLjqfODfqXVaoNLo1nbRBwt1LFTHSU9ZAmrCm
RRwJUaPT7fp6NAEUqHwaDyP173xpU6rgjh4Vmb2ZZDqsRw+/Hkb42ZjmK87tvloX5PaIFelt8fQa
Z6jsrZVjhpXYcxo+0Evfaro/bIvSXyCfXt2FWJdvjGmWpyi1KzwQbOsKYOF7M5vJZq6dc+JXGNnN
HUp/ppbrnGSf68at7Re8h6YgFeX8go9Od6UKV9smxvDeRhPDOFsMV94wmGtMI6wjyTRqad3lDUCP
uARwac4RpcpGhECuk+Y+IXULVw1xo8+qiyamIa1FJjM5JIWWIH1NdZ3MEuymhiEZMd/0Yo5KAseA
rpOd7vlffY18K7L4LmaTQhtY4M0VWAxYTUHYm5EFOOi8xmT7gskn/nGKZqfcpMZS9GPM2b3ogIVv
bmanl0qVkjpeWnvTSRjup/6djqhm8ZAZZo1ZeZcdZkxysFmZrenSYvp+i3/o/JBjpn0l4+KVBjTC
H1oQq7dS3YLRlGG1Tsr4tVm0up3WFG/uQAgFHtZdh6FwMmxbQ28fKV+cjWDycCahYA6ogc5mktrX
RP9GGE8h/D/qlk+W1zSz0vpS3Tu96i+ampTbOR88BCdTl19nZeNiH+6Z8QuEEB3TlzQZt/i6chTo
/pLXTWtYUQfkvvfmRTobxxDZxplZg/fQweV+nM2ifJljhrDA86alseW7i++yrsqv5TLOt5fBfriM
+CUbI/7R8yFZxv/1QgQgcy87JQs5wFhoAs4nY8AuY6Kr05TELsHFr5uIoiT9ZBdggdR9BbRbSAcY
SHxyEKieF0rC+BtBwVzICqBEw0e8EBjchcqAlrvej7AbsoXmIBfCA6j6Zdb2BX0WZAin0IebaCFI
kGIFkr2QJuaFPmEvRIp2oVSkC7mCL/aNxi9cu35cbbFH8w75JxvjP6jP/0p5bEGV+jPU51C+Jc8l
nMHfoKDD23//F9jO8nf+QH2sL65vAw3A8l2MSEFZ/gB9vC+sbVQ5yBAWu5cfTGcs44tr+2SHuK5t
WL8xaf8AgdwvTDFg4zm4tvmLlPnvoEDW4njwI7sPtaOJ3cyCAyEfXVQ1P6NAvZBxMsejtsyUxjXD
7/zZTmEyMMLQBUQmajg4K3KC/9VrgwqySBiXDqj51eyEuBAbCBrJHk+GNxwCiuuZJufJ11NGVhE+
vrzbYMrrkegmtu25fCrs0AT/NMQ1ZQDSznRozSusGL2ZZOiCnQdXE4fW07tzwUfP7dgP1/rwXFQt
Pm8yxrWPKvKxypJBwwEsL+ddptfjM3YhhEIAtE4zJ2sEmjL6S5qD2SEf29ROk73EWoaPm9kWoPQT
A3T2OJIashFjbuJD/f5qQYdwSKe6tNZ2Kzy0WZXnmkFr+imENi81dw3OovGSoxhfmiAU3gYSawII
UuaOGWQamQLLTPaxIvnt1MtJD3ozx73bl+oVHk/5aCFtyZn3ILtLVNbcTnUaPYtYCOibooL2iwFj
j5s+PEad7cNTp5mZ3Y1tTiTtKA8/Hbg4ykXSnGQnzyzGWzR087aeSLaS1cF1FRNX5KXBUPbMuK1p
p0Ti3tAr+pi6m8XrSJz1yhwL78axjZowubS7MyfqrkRKSVzEZO7DuTbwRNSy8mh3OEanBNRfMDPF
/WFGBHkc5hz8XY8YOa9IrXMvPb0QZdBqU35vFnV/h3yyJf7NgJMEddL4jpl++L3T6vFQK5uhbelr
l2rm6O9KDseKXiBQYziTomH0D3k21Q1BKUV7qcK2uYixpfvwW3+G4TktGYUyt+LrwSrzTd34Zbou
ld+Uq8UD/CrXxtYgTqLPnpvPs5ERpb0j+5tWTkC1eSKBE0NDZgyENOLtH2GDhNn1HjJsco7rzHwQ
UZHc+rPN1Uzdbe8MKpRt38TWhSFSfMjjvor3mtlxoE0UjaIbGgwMjeEckT0YOIxWH7Uyao+mXvjv
qlVuu3X0IiIh1lResgG89M9+6mDeBO5YkeAYmc5NbCVlRu0H+Lny5Zy9WnVl+qse78BNpM/F2rc7
I2gKo/zKc8xob2R8446pvJLGFB9dWlF/Y5CzScRZaa01hzC5Na8rsiSz0RdSUUVd3fDfjSqyroiT
6PE2r4r6lJYuzETiSFjl38fSSJfcyYj0Y27PiC6b5pXIQP5RlUbUdSvsdKfUOcvKx8z7stT1sexW
hAN2uI0oFGDhwMT6PKnBnI4xKoZ9o5wbw0vh2lgu8T0m82+mk/7dSErwsJFjnz+GoT+h6Q6HHNqW
5csgq0UVlEQL3zFRpwiZEqMLFuMiup5EP1kE5152NiCAxYwZV0tJ+47r0sYPh2wDkY1XkfVyDiX2
+4QqDPm3MVRmcen0nZ7e4No+5/4av9Bev7NmCSSXQ8oobSyDGm2v+vbeysne1XBVhmfbmupgtsNx
iErnqqrrdld0RIrmY45ffF9Mt03liUOf5s0Kp+no4E0yv1Wt2Z5zlY6BlaWA2qafb9yaB4mfxIo5
erLCwfRUYIzfE2u/0rvkckiPTPb4JFNrkMOEzcZPxKOD1ndlp9oxTQVzOcZ3BkHzfIymghH85z7G
VAJWdVsFBrdlixBUXie69ej3dbQG3/bJPxi0q3Q2wn207NZTrz+UBnItcj54yNNbK4eLbuYehp1+
kWI4PwXYqOhbXcbfxkWpxYjq3nMn91B49SstIXqNRJz1qfUpRtF2m+21o9L0pmvK7/QT40pMFwS1
69tCr+6GxCTxdnS7QOkw+KDeDGtR5gPzO8g2e0z8smBysGDtB9kwzI2dqyYx5LE15QXxoNF2Qku6
E+ZgrQ1J3jyDUVen1MniI3m+VsLPq+fHJa/ryoc+u3Wo0wWv0YXD077UoxbHTK0vzzrkyJ1ml9qO
lCnepqmaT1MbpiHvD1nBHkTX22aa/LM5t1iIRUmX32baqKAMtW9uFevHLImMi7nwm40mlVfAxBvR
mQ1E9BTQRqfoq0sFuGbOi4Ia9vlmhqwKLTGaThBZYXwPRvttxr4w0GxL0p4nt3arNSyJLA7aAYJ5
0WYFkdIk6Q55GN7aEEtXFoQBDDL1aY35woUf6hCh8UV4zsfwOZZ6cytqV92I0R8vklaaZwdS5h2j
zCLoTOcoydul0ObVQRX4YBNStoI1jytYOqLmdvimInNf1TjIs6f5LoqgcdqapEAwDXXzD0eG5WlW
G9nP/aXqLFzc2l5aJ/YY7ZLkZ5cs6bhozuDz+bphwHth4nOBXaiod/4o41crz1lbfiVl4Gb9mZcw
J05Sz2+ghtgrp3TcTeLMco32YBENWutOpO2hmE3zJkd4utb6qb62lfFkD62zachSuCt82kO7cyGE
VFazlUpkBm9GDLuAusAJUJ+UJAYLXHBJ2doZdZtcaIPjH22pJuC+ZDw4HUckPkvOQcsRV6z/Uyf/
r+pkE1LUn9XJe6wZk+SnMvm3v/J7mWzY1hdvyUNxIRKwTBwq6N/rZAIEvkCisbDlgCG/WDD+Yzgq
xBexKFIYYiK9cdC3/WNYanhffJ3Cm6obvdGifPs7dfIvyWWLu79nk1iGMRnSJaxrfhmW6ngrzKkd
iTtJgQc2QyrctBoMhrjBnMO0qC24t3GSt68k3IqvcZxpZ0C4acdqmeogTzw7yOUImRrvXsUhTdq7
r5FwPA71o9R1Poe2DXWKNlTJTdqOdUaauQ2rJYYI3FsCj62FjCs0fbwBy8BHdqH3UsNmZ1i1896P
XLmKDa1/X8zFKJYtZV1rgFbXIzlSOcVzp579qJ6eXZxZE7BHbluAySnjoTZr5y2TouZoT1r90os4
fe4iNd0QX2KsIfZMj1M7t4FPSq4bsEV070MbsdXWuUXKN9klUezAktSSBBcyKb4t09Hst6X1P5rs
mIvO6J86pM9HsOjUeKq0Px4n3c+dSjFbVqqFkNZnKvKDbfaYe4uxhelejRo4sWg6DnxR+DeVW4tL
wu75abXjVXaQZDpTljidNjRcMBPnfriacZI+CZQ3b0aSaQ9lY8tzjO30xk7S9IrBE3pXb5l4MXry
dlHcohLHifza89pvXW4iUa/VJZod8ZUCfkfw01vaOM3LD4vk36jL/J/bM360pbvLC4wXjm7h0PtL
e1Yjo4tCnfArqyrCR2N5+lFVGd8NYeEizKFD8WGya6aq21gxKOuqoBzbSlCXq7Ef9Zc6M5Yhpa3G
6wjHwqOqTPsunPi3Bl+Md/zkjIuIzN/ruHeMS5NQ7BvbC+8ZWgrsjBgpZiUex06W6/ukVAgmtVbb
ZVBL11OFemjWMSSnzdKHC30230qHs6IVxr7rQ3s/ee3CtkFim4xTthltPJl1pnEQmB5z8mWOllWp
V0zxTMZNpnqtwTUO7pTjdddxLIcxwG099NsuUeOZRZmd3EFjMUl8FjLzTYd0Q5cTto5cZylQlQd0
FeCBN/brJEGdUcG12ulzyzwvYYrplnBJMcMjL4nWI70q4oWf5+UCO/CyfvdIF4TbrJhp4fyIDSs8
LwNfcyn38M2SixwH8avPaCmvNIYrG0SP6tfsid9p4jndT8jQ/IAMYnHWkm68lp3BDRXLcHj25r2y
l7WpZfNtAX/5wYpl8+LDobu0qIgDnYny6c/fnV/2LPyoPFwGcS4zDdPnWX76zf5A8BBIUMNocLVz
TD96C3W53GmGZNo8Km/dupi3oz/n3Wmr+RUdCR1+J+spoAuM31J8Bk+1I8Jj0+nNg9tYpNHHub4j
oO77iLBp3fRO8Y2O1Wd61tpIlQZcSHOe/WUVQu7UO2QWkuDzDVMccR51cPSVS9lIDapNV6idk4Dt
atoOaGeXDbXKmGXVnbGxO01sEpgnfOY4jKc2q+bbz9e2ThFqJIkzXbWNbVwaNY6cVe7p3z2tkA90
6fKhJEvqxLCdwqlA9xKvmUgkL6We7Zqq1XAdHP0+xh2hRxU2zTiZZl7sXXt6w0j5z2//p7XKP/er
5fYv5lVo9x2gHRg7y9L+4farxpAA4i18+7bGgLdDfbua2ka7S2efX2Ck9PhOI7Wv6ZTgkmiPtV9f
jS3BATtPTzheTNYgw9O8CY9eNtTP2eCg6POBDrEbNdrwkfEuP2bhRuAb3mvbv/8DrOV4NRzEUVig
LMLQH35AOWeyNRBOn3MH59wxNcZTU0fRtiHnoUWfyT4TNor9QixpGGVsaxtisGui2XX7wlBkorP2
TDbmqXo2RxfYSMHwjQVM+G2Te+HX3G3g2MVlxOTmz7/753n8y823XMuFjioIzcVp6+fvTluXtLOl
7HPV2+gelJThB29z6O1bpEP3BgF4V+kox+vcHcpdB+0XClBZOgevToYjYsgkUL5oD7mtYNNiTfy1
cwrY0goIJ2ibvryePZlcAtOPN6rwc2iXUsmPgWOCR5RYLzJU/UGfZw/93qLg6NGJlZhGuG1Qp8gk
xoUY0CFyeRDIu/aaB8ee7DWxCTFf2+bSjLZ1Ho+P6K8IBVNDCEYdt5u5dEvC9YQY3w0MdtuVKCwM
cWUtjM1s1v7WrLIX+P17GZtlszKzuj7kFpPh0mWpUxOMN59LL/S16K0NtXggsZL/s2fOfJzHVpwZ
M0ApKVJzCBivxm96LedtqsfhI2/e8G7lxbKDLLcmdcMjloTzlaUvHE+rYOerF/ORSRTZV70Wc8QI
w0m+u0X6albwj5soHg+ZEjJolwG6BlX+EiKtXNsQF06YX3OW/PmLQJHIk/7pTfBNi5oB4wP7sxz8
pWxgry56iUXnmelVR6o9zP9x9bk352pkdIj4OHDJQE3AOuNoSylWPztIBKFLsSdtokIeYq1xMR5O
cwQIjLLB4PQkCwaY4MUqisptR4Qiy9Vw9ZdJ6fk3tv/uRTAUe+8T19LWNFuFi1jOQ4dTUo5dDWVn
bwpXB60crZLOKjfzMN/mRkiP789Fv/eYMKynuXYPSMC+wUsxUEGjtssDTZBw1DjaLRPDCQler/dv
iN7YIrMSXTUus/vRmPG2YdXu3TxZSs7luYIvdA8SFi7G2ZCPRpHMG9+cHoy6xmS58swV3ycuVozm
yh2m3LysqZBkp3ie+wq8TQjHMGTHCtrpnqRAAigZETa7mfFqdUXWhQVhus/ie86B5F5qQG2ruVYm
Fs9JkT5IqDiwgbLGifYxdQssV5PdAB51Hb/RfRpnwOWlwIFEf9Q9vL81WTjrFoUnoG3cdxt4SoXO
z8Wla5VXC+NcqpZ/D7t+Ie3GKPEDZFKWhWssUFkUdfIQIg60VrORmi+xGeJCFOHplF1o+EBS/vjT
LVKFStvMzCxfChIdSDtoyJJYWGF6oJWYfke2yo4TLwI0GQVhTLOmmKk81kJLyB8WTJPez7fIikN4
R246nltqyz15taCjUs7zh3Ay74ASSdvkfZGRqwsBgpCSls7aGkgN9qSTxEjomQDhVM1bmDRUmasR
25HOx0JpZdehvkb2kH8A754ZMZGzalO2EjSDOIYRe1acXLeIb0ThqoDDgGmf9Kf59nMh/Yf3+3Wq
Ye8+vxWYpybw6pLX7sc2VWBMw+HxP/N+r56lfH6Ne/nedfLf/M3fG1zH/+JjCQIQbeMIgp0CZOLf
G1zX/AIJlyBavL4wHoRI/48G1xJfWF6IIvlr+jJXov7/fRDEjEhgwQUHj3wCH2cw5281uD/vknw0
u5NP800jTvTev/jSmSRaZbWG0jrJP+KKOBvN4xXDDk/9xY68dMo/7MefV1q41HQ1jgmPRfx8Muel
VVrzaHAlQgxWhV4/1SUJSiqM++CH5/Bvmqd/dyWu4Zv4Oop/7dmjjjzNtkZ+jV9cD89Vv5ZDge91
M9//7QuBD+A0Y3M5nWv9/JMGNzf8qp3r/SSzDyJWPzhNPlL++X+5jO1ZhssT/5dnhAniLGPKxH2o
wW30F62sRBkTZAjt/v6t4131LdptJozGr7YwUa0X2Jbwi4aQScyow3OChuFdtuVfWROBEv36Onh4
DvuC50SM4q+eQe5A6dX5TMPjhQzs9NN5isZ7GoP7evhLp+OlW/7l3fMg2DsE0IglF235Mj9UtBrw
LGuzqokuIEnCpX7ap14Trioteda9pXm0KFiNKez+L/eTfDsTFa7lYIz684WdtuoFKQf1vm4gE6MZ
MVe2r2X3WvqXgZTLy/YvvxFfRHYF5sSs6p8vNfdpPyVMd/ZaDyuy6GsSr4Qe3v39d9H54Sq/VlWY
yQ9an3MVf7QvRDveD4UqjyXK/f/LrfvhSr/cOo63uBoIt9jHeY8sZ0yfYbwTS/bXy0v/1w0DvAVn
osXqBkTtVy+0irQTr6jqAuKvqNCHD8BKE0TOm9kqJgZMOtxJvzW2DQqNvU6lsk5zZixmA0N4aGyo
ywqp6cYbwfkR6KlXWMKQoFJQDYb9i4Ai+/hUDGOnM1zVOLSs2noGbhB+1ayqmj9CfHmx0SmRg54T
Y++ODQq91hcPmYuk1mZk8TQUlG+qGAnrwFxiVU2lv1Mp73PmjiTIU70zk8jK0VvD8rUOXReXG4QZ
5aYTbnnXaal11P1ZvWL95u+MDqnj4BhcJbWqC0xbB7LnXC+uNpDq9Jc0W6jbAO3Unb71XBDgu7CI
6i3S/voaC4Rq3dkWxO7BXAj3Rp+jJmtgvuEnAGLW6CEBzw3gi9bWGqpCft1csHEVKUMhtytFgOIh
g50N/9xxOAKgviEOi+sKXaRvmEcLDeIubefqwoCxv/YKVNiej8oVvFI8RDFWo2NkpE+RV+X3SHST
HfVT/UgimXiAoITWw4UP+lgXVj/znQZo3LFL+gmjl4m1jjiMmkuz6AmZ6wAhUXbeUoZ1TyG35iJO
m/ra6dMP3eCZ9qkjHmgNP0apwjsI0NVBLVsjEBFSglygS2hzMs9Y234e36REN5zTMbEO7OgdOWGo
pUmtM5GvUvNBje/LYxKZVN5WHyWniPbtOnUw/MPj0DgZFeCV02N6uxaaItv087XPJXE5TFnRUjjc
sizhJiDNT8Gd4iko6M+/evMCfEZukj35M3SygtyINWAnMXokaleoM+fWyXdJKfT6yuiH2l872Mx8
j8OanGoMpaCclzAs5pWjYz+kwYh68AhB+QoXGZGgG1OgZ5ikYPcJb1H3mj3pmP59JRzjq1lWvD92
q9t0yRbZKrgcxajs+kWNCKhtYktCOCUaxREF4yhqWONahFEoYWL+vSQ0kFEx3WQwWBxxM+O/XWcC
Aa7snBTu+w6p/bDrvTJ9hsSvbZneI9xF7QIVwR9wRyJX8KwICv8+t3O2s+se/02ltSLZprVpz5s5
hSC+amWkepizmfEy+7V8EzNry9JCwG4Yq/Lb4BLVGyGZvvgEI4ux4su2vWYeHd1KpjVhMhom1DwJ
m9yIpyYiYOJTOdKOUgRZm34ImJSXoeGYR76IsTUilBXahJXNOi6c+BRl/qJzyn3MM3lCPTRl/odd
LfaIY7JjCNYQY/psHddj/F7Wvr0nzQkejhPDpMTh8jvCxmFnwmzAR4oefDOTAH5UVvIhw4VrSoB5
gEvVzm+j965v6V4ldPRG7LtqeOnB/49F6YhNH9bOBUehe/upnEGmP250Ix+uBryflwzMemt5HfZz
DDUePKOeL3QfMt4MZT6ax7oLCpVJRNUJJkhml/NSsysyn8jraV32qX9tUlRuG41Vn2HxtB4GoipN
DKg2AENIp1SHgmQ5d2uL340vxTMUHuA41JMMOaV3i3efcaoiRU45MPIRNhBXY0N96n2y6PQcr4Oh
5OfbEsbgitRP/7ore/UqtRaIKpLsOZhRe7eGA9pi6XCbbDbKtmX/cGhDb+eEHlS0eCGTOoczF1MF
7zassvbSUP+fvTPrbRxJu/R/methg8EtSGC+uRC1S5ZtefcN4UxncieD+/Lr56G7ZpCVhanCd98X
DVQD5bIsiRHvcs5zusUXu1RanVdXu0zPO7QwCYeYgVLVGfjVRALVe2gQ7RKZMnyP7AKCTFagfGp0
vsHYM+s4uzUVSsOITpgPIVe3TbXU1aVRnlDT8mUaqgjobS6gP5PNtyJBgFB0pxObr1N3iOK3NnXF
Dx1VARpBviMYS8WFxML4ktiEE/YT9DM5UEmsNK21LwkkiAYqh9+XDL7thc6AzhozxOyUT/HIOzRL
YpVQR4DxZ5ntd3zC6D70GssRt8Fjr8Klky4KuLL4w5uOs0cLOT0Gj4c+7XPec6/stmZiL7AWjE5m
gJ/bE1176jX0TWnZEf/SZPvGYe2SRKW3y71Qu6H3ujVjs3/VkqS5ncaovQmS+SXWzeGFHbq7dicG
JPiAbQYMTCeKqMpvlVYHd1n6Jqs6pw2OfpK1HfpM4Z54np/rXg/3SDI1AI84H/BeqVsLNyDUninc
cbh/0+ySGark0ksZahy0OMqeK9zC8Ng4cfTcFY9AJVTpz3yk6t+H7BdwY+Yz2NJ7DavUGZkbuRb6
3WkxEeeGbdW7IgJLLyLwGm3jwSSYsozDLKHJq/iKJF7ui1BPDwW2C2/lKsLri7TOCbLvSR5bZcpk
eMS6pdVXdjBUyD5z46nJjfw4VCZRPLLVlV+6XXVEQkbQqcgnIjmCaiylc5qGr1xBZk015x99PyAY
A5PkGsd0hMgh7vPoiFPZ7NFj5EHvHq2+KwuiFDsWsD61eN05GJRq+bOZEsgBbp/mP5TthCsRh8yc
XKmEP0xe3VDd2PqmwveZ8B7IdIr9tm5JkHNI06kTq0OLDVoq2bQqqq31bHaizzl7mnc31VP082P2
QArxCAFCOEjvKK4t1nJy6o9FhjIoVvo3y+32KkmI5p7Qi2DXiLaGw/PFwdHfE8Kl3Qiz0JJ1KxH5
aUS97XhODRKPEsZuGAnbPXJlJtRV8JFGdrqR6AIAMJZ4TmUlXglnG5HjIfVYxir6Gq81fjpICvOF
xzX8HmZSdKuUcT1uhNGjtNS0QzwSMYXBn3jhFVQWDv2Q6oRuyYJOYnmgOhV/8D7tBgzxLn6/3d8X
2GKpa/9Ux7PmpPdn14kyE9f8bxU2syMk7o2e7Ssu0LWDHvymDTs0TW5NnfBlQJtMDZm/MVNXpF5d
nnjgydM0c2SXwvunRu3Pm0imAsvrYUIgcJctze5vTa5kOc0zwOupc/HckaTK1hhrm0Qem3XXYOKa
+/t34C+doacLVLH8Jmz7zDl+W302Vm/n4aCyfY9e77YI8EyJgt1gUURfc7jy8Pe/73dk6/IXCnit
S6aPZ5r/TtX+pTssagoci00nB0qFS5RTAuF7U4DLS+r8g1ReD3dbRD1ou8Pd17UzlEALdpGBOToS
GckFxMB8fFn6WC380+DE/Et7wuuzBQEzDgpgJkm/da9qZFbpWl26j4gLOyKZyn+WuEjQwrfkBDOK
tii2UTjyIBEk2V56h1pTpLxiTJsGtsr8g1KmOLoGxI/JoPNsYgVjIMNmebKM2DsXNcERqdPAf+0r
+BRfW9wQMt3OHGlcN5bMgwcCzqwP8P9zvyKOtt+5mpD3U0DyxSqYRsiJcZy8f92KRcEi3x/mlAji
f/isfgOgf31W7JUEGEZnmev/9uVAnx+ghm+WaAgyn22tKVctTigfsNgr6RIaKk2FsCuJjK1de7aP
CvL49y/hL322R1YT6QB8KARBGb8Lp9vJGRwVi3iPTSfe2VpYnpQ1/NMx8JeJBb+FQYWBqQdtG6u4
P3fzXdyRYl6U8d6xKJ6dkIOrUE7rV6A3w5WTsjqfEpqHKKXo/fs/0Pjre7xo1pf5z0Kat35vhyeR
Wn2dDdHewuUT7DOr9M4aes33vKM0Jk/cnm49zfaeC2t6Tr0JRJeyh00LzpBBOgno8XLeAreoss41
N2GrKCcRB7OCC2GTlEUD/0UE7WFRdfyRmvKfefU/zKuRuC0hEv//efXh8yMqf51T//ET/1eIJQg9
QzZKGhkjWgfZ1f+bUzO7ZuRsMiFGV+D+kpNmEbjIPaXrOAhAibER+nVKzdfXc5YvEs8p6q3/zpSa
jNk/34pMWEli42UhyOJK/MsZnYqg6mwZOBdIKtohDIqxOhVQueA9umACqUlGlo8m/ZjuOdnDHCvb
+0au1Y8ISv+DJVPT9kVpPjqOGJmpaPGJaf0IUcVwQTypwiGr3psbr1xruFTbK0CrEMlkOAzVk15U
gbai4M3M/JR6cbNDXZwkF0lQGzchK+0t0LzikAcTy7qkow6cRLgu8gz5KvvJLWxhdFyJ192nTCAQ
yetDcM4wuJ6bzmh3k9NXR8Orh0+kku9W3uJFpZN4y5gq7XQVq/c6T3UfN6ZzcMzmw6wTGl/gpNii
pVFHp3mKxr2uSovyydUuBXIpwHuy30a6i17AZ44Ew8GXimqy39qYJiiN4yG5pYwwXvppXOLm1Jr8
G+U3caRfJ8JOrm1XFWsY6i+ZHXtPoz1OSMrIo1WG9zKOrrPp9ckPzD6/R5/FMKCrjUud5yiTwCfQ
2MfxOe/L4YBmO77xtOzDaytM4TC6NzYcxlOVp94uK7X+W5PK4DAFtrlNC5H9yLOYhXdC87MILSpW
ZXW594z4R9cZ9QaO1vhqC3eg34q5AyrlhqjkM/fdMDrCImSCU8MtX/I4f6k0fnVRKYjc0dCTNaAR
ac6sYkNii/RthVKWFqrACJ3h4hYrM/byBzmPRCBADlOH5Rv5VPWNs4XARpcLMyPdS6OrWBpLScRc
2ct1oeEY3OlIoybA1uMyYUhFeLVSkd5NUzPfBkOk+9FsIdQ3DQ3TtT7a/BazBOohrZ2VZMg7cs2M
Hwanyc42+OdzNDnmDdNz0meiYLgb6qreFk0zfm9di04T9U/rd6mmfnrgmTt2lJbY5TIZzphK4/1o
F825JdOXhaIzhJ8RwEM/U5DwCFcrEON3Sp4EiqxyFbdSv4AmIcUetwVaX8ZDhV85vbcKXeCTZOOi
8IcNZcBUTSvcbbqM1wYDuG0fGXBYtVxLVmVueKc+zwEQtMpCi48Htd56w3iOK16UrBx1bOapeQpx
8uWrnsrgZwltZOO6mbdnZOWca1v7dGabCJMoWlqCIASfV2uDQQo2kwITmupWJrr3AkID20QtTyoA
05K7gMIygm++Mc3Mtga0ge9pFcyIGvKeBWsfObslCniF8X949UrLRN0YSLId3GDbtYwz/SIdplM5
aFbru5Bxjq6TDmqdI5LYTIDF74Afl5sZ14nvOGSttKMJLxlg2DUDsLhzs6F7hs9aQoAuIL4nActb
6YUokJUJUzr3kI27Hn+SU+IXRdeD2YHWDYxq3U8bMfcJhtBg2sSDOz/1+JJWPRqibUQfso68iY+k
tYKbyC3qO8ep1iJw60eUi87VM7t9XZjz7YDHkYZLHu2OxxoWjjEe4iDHjjw45R2AeG0jcI+MtKPu
9ECHrm7ypkfAaFRUbDoRjJoDbqAb6gEnQxwFBwo4+TAmFRHUmJzNUek3OGUx/ZfDfWhV9XlKVOJz
eOqXpuPjBkwSYd6ITQ6FyluH5qAf5kp8isF2LsqqigPzReOQN7SfCP1zfyyUgdI1CHc1yWZrglwf
NakmFPOG2T5gC59+sCJU/kyO7X5KsADLqcqRrAq4FyggIl/EdrqT+AnWccBBrhtze4qjbnwqMt3a
VqoIkTD0zg1mFQ0UDQeRR7bQOgCy+WaWerSf4Kr72pgRomS1kwbhwXbeuATnveV52g+RVNpqHCIT
p4LV/UwCrbxYdlxemwoRryJYh528/hHOeYhIPcuIr+4pintGUL5CXPKGDKY9o+zHN1N2x8hzCt+s
a3UCu9nezQW+5WF05ztdxN5tE9XMJym7540VOrhNLLzveGrddZO6/bqTkfUjXFgUgxy/d0sCfMqZ
ma2CdMBHAMLwHGmQG0rqsBcFwN23GNpdSeTzAKqUzhuhHzwbpqPAc7uAY+N0vCmiTuPACulr7dh6
T7MewKKs4osIimI366X4GPAwQYaZnzA8B74xTMbe7h2Fo0ML7Ic4FiPbktk9IIS6zro4UD2gY6lZ
+G1SfeIDLqij1zLu7weVhi+kwZP90eW4qJyCOXnWTMVKq8LhWQ+d6uiZlTyGbqRcTtDA23NuArVs
9XMjNfM6z90d4/KlqoRt3fGG+TbfPVR0zE6WjEMeCWQ2ngBvO4fRwXO1awrvxh+HunThQizjoyJ0
9/HodNvQbbNNY3a5r7vBGRBduiudpkM5krhALMCgDqwODjxQ0bbLaYTCtktWxpgBaHeDHH1IzfE9
BMNHFOtqp+FCOM19I78LmWXfagaQF7up7xsztx/A8D/pE/aP1AsqrNqmPNStNu/cTnabypY985+o
O9pO/pHMSXuIEjJLqpT09R7r/L6bM7DeoxY2xxjnOSiq0Lo2YVHezQv0GoOh3RP5dA/y1XgD0Duc
AVAiLARG07+IONb22dzb51zFydGI7W1pJhV6EfiljvU8aoO10uHab+LCDFYy7LNHzw3VroOmfAtS
U/hjowCcV8EPF6yRD3Mm2kHkwCUOK2HfEDx4jixrOCk7DV97D5eTbBhcqBm+quXY80+iEB6jvCh8
I03kQxrwElrBhIjXB+AyMW96TtWNisR70GB0zkuMfshQz9mAXnR0xjM9pvWUVRgTKzjSG0ur+x1J
iN6WIW7wXnfTuLPGuH7HV43p3iMju8S8epBD0m0zp3kfmD0BUMrFluRrAhFxm2Zd9KF1NpyliZBH
6Sbz0cOPJtMwO43tSZaOBQ2jzPuLlZHME7k63FBdZk+J5hQPFFXpqahcrnpbIODB0+kmt2XZih2x
heoCV5d4b1PtXOSvN7SmRESMtraLEivf6pERniXKoU1tJB32rCSGLQLa/a6y8UpGVgYoxu0YGCaJ
DS9seG8EZy00clvthkHMtwpulZ/atTiy0Sm2TCXGj84N3GzVVNhUg7Rx7FWahfgjnanC1FrO4/eC
ecC7QyYYO8DmIw+9YM0L+Zl3ebVNICuU/lRo9WFqdNfPk1TbI2FNHV9WKdIJYaXFjRoNCFJMSjZD
nyOeg477CSvYgGk5D1xpDh0fXTPAqTS5pe7121hnCwMIcqsHiht0CMRx5hyAzEK1icNT3wempv90
pWuv2inrV13Lyqp02nBDbke9ovSoN2Ri3dssPJla6BOwioAZe1UY0BT5qN/JymIQPAbBRhadajCL
NuiJm67xoSw162rIoOZUMpCvVaTX3lZ0ckle0O8ZdPbGCnZSAky/Fd9HJbNbgj84EHojg1eVGtug
mAkHeXDHoEuIzuzZjn6Pu7yH15YXmZc/yjFKU+sY2G6cntrR9crHYep514CPjpqGIrSgUl4lNZkC
mJAzIXu/YMmxBuKfyvUUhcVaYwrfEow2jT8UcPjPweMVUiPYr/xM+a7Bqt9ORo9pdwrGeiV60vP0
xo0ZBLnVTaX4t8vGKd9Mnjwzneotv5FEFQ/kQgfUYhdLW2HKVmOB7lMXN2U8ugcHcjBPMJKji+yc
xxmM/KqC0/VpZYrt9CxndSLVc9jALqqvdc7MKHHyGh6Wyu/1IYrgZDJpX5XR0O2trHWX04A9TwWv
B4cW0+ehWTSScbp36szawJ41TnrRQL/VcW7Etk4UJTLXte1MOQpEjd+np6ok0rS3Xhowp2g1YwVS
pxEahjM9S32dd+7KOgVbR9ZOb4Md3IYJsask2XvjA9ivcN0zEgn8tpv1m0mFhp+0TbOuzWxEMWO7
Tof9UbFm4hYG2weNCTAuYs9VwzTsOOZJ8hi6WfvWUnrSMzX9ZSrm8CG352brLm92QAz9TvNaui/b
yEkODfqhBvo6IqbtlH6YkqZ6CIJcb9dxyb/agQI7IKYurm3osZaqRPVcRzUuDuWSq1GGzwFi0LNl
oNEEOqVre9NYXEaFB8Oi6/WT9HL1AH2/KdZBoAp5A2zWumc/8iHnGhyVmseQ8LBIn32XVI7Yjxke
w/2G+XqbZlP2kuiAt9xkCHZ4BkSIBl8YO1qh9gnkxPDZk13hKyjMpyYP1ZpXVGyTGtwFDthihj/U
2lCI2MCs2gqN8hpf6vBtpuqj4tfsZlWX43RXSRfvZOFl8bUO4X3r7DmASCWdsWmYEW4MSQQQ7L/4
EM1zcib/LD7kCGYu8IhpYEeHL5Oufcvccn6KmGXiERQOfxwYq3Kj2+n0knJUGHzzB92fEznfavg4
1xmBjLvW6LMrhn93jYPTWSH9blei0olGNFLgQVS++Aa8cl8kgQDfTU4Z/edSyAq7PmMXhk5c6AuV
d8ZIPFWDhBEcJ3n1Wra4PW9FmjQm4RkOzVgluAWINkDO63eRA6AHVLUzf2rQpYY74cGzcnBX8x/s
temlLUY1Ps6s57hfWc8xu7vr9Aa5/abrpCHVyjPrcTjxltQuUR5hFQHJa0SJrOB/5lbfRBYAtMsc
jrtAk9VjluXj8y/jn7t/rxR+TbASv80YdVfHrGCTE0tVxnTnd1WUqsYBHYsYLmRR22vNY1orgD7A
3TtoLvC/8N3IzV2fGEcztbdoJbZ2JDauDG5Uh8ejbDf8qTss+gRJxP+wBvlt5v3v14b/AAqGRJfz
u7QuF31V6IExXPBeX6SiVgz2cf9PTpnfhkrLGwAD1ZIAzNBT/v4G2Ek70vT2wyU2SHrmf46WbfHG
b7/e6P+MJP9xJOkuy5u/GUlmWcwMu/nzVPLrh/6YSrryX4D40LsKG54m00f+e3+oZz2BepYM0iWO
9ouH8if1LMJaNkdkdkp66mWa+Id61nT+tQQ+L2KvxTbKnum/M5d0rL/MypkhwrpmCgoeziQp7c9z
+tiJGd/gRD6OFTxQeG7l4tyHvq8qyahnGoVF2lTiPai0wtjUErbCbKx3bShwDQ3kvhY5ubKImJzj
PEsr2GRIddgtA1m4hzGYWzuRyEm7T72kfqlAsNs+wQ8hS9kgI6KrN5qeShkFxCoL6FZAC+gzOFkS
Bs8QJySX21DPBzwNrbUqElZZdBNmvelFMka+OZTkNDUBKxPL1fClJZP8/oWWbF0PuP+sm8UqUlnb
sAO2DXstGDQZZ89oo3Xj5c7NgI1xlffdtSGUZysbckRZiPe6ycUu4geWu9P9GOntpQ6N/LpwUouN
HEuNLAXUcvaqsPWQbi9R18xWaELCoWIiUk77cMC9bSw+bo7dHegBrN1RGZdbu0B0BrxmsX5/2cBH
m3gAa/GGZ4tLPDbr7EEYRMB5kfUekuVxa5eTtwbQZN51i9O8LydrHQnjDk0NDpTFj65NEElGpWV3
ptSyi1kMV1unprW/rOxqlNF3oi3UzpI43ZlgpSeR52RZOGN1BWSDJb6L4vCGstO6DNFi7KAG6c76
sKmMsrwEqs5/Jr3jbXuS0beNjX+AQVhzRaz63Q7gbAn2IRiBcek7i18fvv+LB6t4VS9efpXZx35x
98vF558sjn9z8f6bCwUgXngAKo2+JQshwC6dYc2lcWI0Na3thSOA+8niJlfafV+O+UO28AaKNGsu
xsIgWLz3fuCl93WWtBdtRDAd88Q+wacKVlbDAn1aiAZqYRsIm1eKbilc630QPs6uRHCYuRUg/qQo
6bSLJIH0qJQ4mVGlH7FIfMJmGW7Dzsru8VtBy4e1413lwl1g1dwzAltgDDAu54sFX8VPFDdKSpbH
bv7iNxh8o+XCdDBSy1qkditVm9aW0r25KUdzfmMOSGAlxo7oaCWRQEWWwuQwF3JElabDjsI93GpV
d0Iv3hz1yLkBurAgJxb6BBCPxHeTkbrrC07R8B1EIDMBww/AH+N+e9a4ESArXonL1LeBPFk96iDg
h/Abu+QugoKhYRUWCxbDy6wrtUe2KSBmNEqCzoChMX3BNIzmPZd1toUUD2kjj42TbTF9AlZ6yqZP
bYFylAueY+70F6QVqHYmL9irBeIx4AXYBAvYI4HwwWHY3BoL9ENb8B9ZGtqHaUGCWF9wkEQ2DC6x
YmlgBR0IInJBiRCQ8Ea+S7XpZF7vcN8ZFL7HGf5ImwMiqVqQ1tB9iwVRAoZ8BcYuXzPLzTfDoOJt
+gfSBF5EYGb3agGeEIJMChpd2QHG1HifL2CUYkGkEE1T7+Z0dG4s+ClILYdDPVlBumYAOdxjo3sG
UcqatprsC0PrqIAVUTbWoENNxRfmrStBX3w3fbFboPMDyHC/YW6ykYnO3mNCVbi1DMA5kRsHd5Pp
xrcQ+j4KSzGtqSCgzrH4cFRvt6uo1tv3Bu3NTs8jta5VZpzCrKAFN2y+0noIkim3Muq7KLubOHZX
0ch5l5Xou3xZTO9z55HPGnA+Qylsz/E0Tu/eNEKzyWO9eqhqtHU6ruLQLfLbEqQx+YUedeldaAfQ
ZhU9EdsSi2Ivs3vcOXNSHlTak6cUF222LlXhXdtE/lQl89vQQAA7RG7GUMEViPlIinNXyinyMvCt
OO9GGufOZtivYkfbipk8Nddoc6TDBFhwuDPOHLvnKJsaYe0nrGZo/XS0K6ikqu+plpQTcICEUM4x
oim/TWsXhVRSji5iFgYg59GqnfuRC/vBrAMekXTgq8ekqrdfGxHXx2jOp2bVQk//1vLtj33R4evz
hRZIa8VOXF4rYh5pEqACHktDd4/VFGjbFpFUuA+q9jCRBnqLmjt7IJHLlKu6J5cyStHa+eiSozfl
Ws2mN6x8jxgp+nCp+uHmuPD3ILi31jk0a8F0yVKMw+ahCw69otMdzL7vYVvNEA052n+i5aA0J3l6
uGn7prnDs1jBjiHvocYRVii4lTacghWZ2t2LHpjVR1Xr8Rt3MtBuwhRugG3mt0Fvez/1MeqIK8wC
E5da2r9oaTZfcl0e2NezpspN59MuPBvvFo7yjoifHjAjyZMHu+wPOactCilhTGuc7ct6MeBdZFAX
uc9dP9lnRlPZp5boCbjIziDAFVnBcB9UlvPMPeJtFHuPbceKU2P4g0QQ5Smu3EMdj+P3lK7G4jAK
obKmRX83SpoeaMWRdhcnTqPwp+f1G+GG6cXM8O7yLW4t6RtePkPrr9JPC+8i1kCwMfbssp3ia3lk
YZWv0Y3wsKqyrW7nyiRRA3urO0F7YqGwmQxPv8GeOrzZwzT8CNyoeoea0W9jk/3lKvCYK63GatKO
2Jz7O/JQmeKYTa19t/QJ6R9JOuhAycrad5Jgub3UBvXuhSPW1mkOuoMSrQn0Pk4qRie4R18qN7as
lVua7RUhKEEA2mhWEHJVduCZI3ujQ8w8+ZNFh88rR5Mva/0t8NrA2kCNSse1QJq46zIrvgaewsYO
uc0vWFnASXctMKpmxMDXXrRrZmrI8zS01VFErbN2ECQj2usaCLx84WSmZn+ErL2pdCC8TmK0G0JX
PRhfjboXXdOuGzbh50zrYTlKMJPrUSbq0EirLlZ5VtRvCIQXUkXYNQI/elO+phPI+k1LhktFUFw1
/yBh1rwB96PWpuF8Q3nmPcmoyD/KsCm3ZgSSej3ivs3hCqUATgcv5URkMasfYqnLG2+25Htv19le
RQoquBHaMwJFczK/yYE9cRsI89kDERuv3NwcGYzVrD4LNKl78kP4x3TuUnefAAq5umlQ9f6ISfmj
93rSnQpbvdOdt/e2B/fXT0ZDf+tmCkhgZUPHd0lvuhWwffHpVeyVNkHuhNoRambwCiqzeIIe4jRb
ExfuqWu6ib5S04i6qhvW5aRzHpIwvdPnLn6tCnkJp57wiLyHmadtQDSzXJpa795qPf3SQSpdh17O
GtIm7OCWjCBt5YpQ7vAc22pl1731zZOzQbY61s5FpSJZy+UDw2WhmQLSVRPrBGCF4aVpjXkzYCE9
GEkGKsSy2/WszAwcoN6dBRtAp6vzH1FidGQfd44kTJjR86oHqr5OnbZ+ClElfHOwZW77UidklE9z
XmDFVncTGWMKJsVMAQ0GNiOduEZcTl6qlXwqgLbFiuYT/KgWZRwt5nBTsjZ6yYIxe2RAFu302Nbo
D4LuXLPTYQqbOu4JLannhzo1Yj6ER3cmBnhbYEzHwOdV5CYbYfqKsFtAggkGtgBRbEPrVsoApRTM
8ynVhDoOyD/O/IXZ2bDi+Hswx2AaMS8TmFn129Azi0OVhSagqPlFgY3ofGGI+iNkQXNnVhXLMT2u
/y3D+0+X/I9dsufSNf5Nl1wOH3/ukL9+4I8O2dP/JWwEYjjofoWMes6/WFEwKDMkKkrji9IElKiN
/ut/WF+2UwHBmNbZ4edQuP3RHVskzTgLtlSn00b4xUTkf/+vP5F6mt/+/68DJssEw/SrlnWRU+Ki
dYzFiU+fbCJQ+tV3N+Vt2xcyJkWwyseTljQEfqZGeh1NO/3Mi34+ABPmXmI8zB2Vfl1XXxfX1x0W
yEa747nmZuM46+8ssw2e05l+5lQtl2DUov84lF+3VFB0puYT0cWVKQIK5jGTz5PdDvcdISdMKqc8
I84zcbPPfrl8e7xJz9FYApKZv27n9uumxpG6QNSGQ7Rc4yzWsk3ydbc7X/d8sVz5JD9kPwqqgJDI
s0vijf1LG1fWlUKGagFfTfCzXUqIUOtvUhZNnMBQZ97mpdSwALO8jGFFwNPURD9J/aAeIcMRZ1Q9
yjuF7AJq6mQ2wNLC8WaWtRhYqFoESuaadl8WCRssvJPhpdeM4IA4kKsppMpg9FCa1hmCU5qgvZkF
9/DAkmtWYbHPnKDZ2H0QvYnJJB/BdHN31yzzjBVNfPYwCTJpgS5St3RluI+HLNyBZnePNj3aTi/x
76znPHce8ijEVjCTlitXE9Z7Es+IYaNuRreD4Amh4OckdFREEIAkVUXW03h5NT6JIK2OXZAmGybu
BK/SFUNhr0bvtDj9vyYm4Ao85V4skKewE3vZXXuZV/sQ3/2ezMUGkGuA48KLMez71uyohyob2qOQ
LvWRMfLmeBmJDRrS7lvBwkcnqGxObqHGlFDD2bK+Zh0BBU5ntS5DhZJRbzRPI16PUHqQO52gJf9w
SDYZqVq3LMc58MeYQoStOZvMYUQsA56lPbZJbkYrJxrDO7dVP8k1nrq93s5VvNaIKPlJQF5mrcgR
yoZVbM3t96I2HW0PgyR7Jh4yOQDMqTawYJIleNjpP5Tw4LIONVcet+zW08xaQm2tzK0oPQYqYyyG
27ltwuS50skr6e+JgIthvIuZxncnRR9fh0lGd4hwJpF98ukCofBJf455bwFNsAk7g2TBZXHRHaS8
l7BBpJGLkqG61fasUgYAKJMwnkKX3wHsH4Pj/GA1Y7gZCkbHPkijvtgHhViyKKg/6PSx/nmGPFKY
p1uC7HIeb7P2gUMRBJkOK1lwBVkeyplGV7lftSLYJlE6rTTZgvkBx7OqQxNrWipORuuxl9KFXI2l
dWVWu88G3T7PygrgLNR0LHox7Rm28L53BE4iILKmYF24Nd9Aq6j0C26PyVk3TWeisQjYDCdzezTy
Ot/EjLSIlPaGc4clBtdNDhLIpp1DszRXJ6epuiN72Pw6CRzqGHQce+ckBQpAr7mfIx7MtEx+4jJ6
grG2cjI3/XTr0lonuBZBXCTNo4bF9wJTRPpNwQ2MgUA81FbKqeWyJQTtSluoO1BBWSlGq2QIXZ8m
h5Vfl96xGn72MCFiq+LB1kpzn7Th1UEdQRqMSPyAmAU/ifUe0xw5B/t6dhA0pM7ybpfDIwyoiGHM
5B1kac0bI3NQoBiJcXVI411zPKW4OWv7gIIpJzXaY6sWWk13Y4P63FRjwm6d7daLmVnWq8ztZB2l
tOMjEdVH2bXyEWpad1KDk40cUg1nCvMvOpnYDrTvOlmAcKLTcL7VyZSmpQ2Tuxnt+Y+UJdu+BNu2
7zQPNr3AK7wJm3DcBsbc+W2h5z5h0aHPerC65B1GT1nnS2ljfOgOa3hkHv12DAiQBcfVbtAqEUxj
8qbcE7gIdXpmXIMQIePdNsyEBxWOpfc9jicuEdfs6Z3jsR194C7FOWY6cItLlmWXDqioL9IZlquh
b3QX/kliyW5bN27+yizIvYvakG4i5ON/TdBtGnaHjCMdi1vRdzFtXKg/osnLMM9Y7ZsUofUgq7G4
r6oo3EzMfrYZ4rebfm7dA8MaHCQZcOgNiW4Zh24Udw+xZaIvixrzw2z4SptmNZzpT4sbTHbNftRs
cds0dkq4LUjoJh+mh1Dkjos6UMQEE3vATeHdnhubdYge2YnfJ03KxtXlyMzCW+GRFxpDIUDj1kmX
iApX0jub4ZokGmjTQRvNRz1T0TaHus3aIwueIrb3EdAsu3mHoEla6az18dno02ZPsEhFYoAYv+Vt
l/qzqeZHszdpBoJE4mXK4jZcyap5QsJjnGcKzjMNAZEQmaMnfN+q6GrjpnpAfWqQV5Yo0tsq5l8k
YkQvqlINiTAOtsGmhDvOwVTtudHHj4gc2EczsgAbwqYbGUKZbH8NayYdrGuPxCbetx1REiCOTdG2
r3rlLJNfhPki1V//D3tnthw3cm3RL8oOJIDE8FpzkcWhSIoS9YKgSDXmeUrg6+9CSW1Lsi3b99nh
CLm7JaqqUEBmnnP2Xnsiaq44oIZr4o8gxpYIpa50enai1EClMZcRc/8C5c+2l8jpJrxSZGIZen73
usHZBukESRiKlEtOvQ2NrmnGYBVGU78fjfxp1LCD4nQMsXFCxuarzDZEUGZna4Fxq8K96kNRbWqS
Hr/54f93Pv4352PTvhDs/vX5mEk2yvb8pzPy9x/664xs/2FbUrrKtORyJP2BwYJQFg07YAhIA4a5
nKL/xmCx3OV3Fv+DAuT2tzOyZf3hMCxFLsCLLD/3X4H4lWJM9eMZGeYKYyPT9znFQ0WRvzpamoEc
ee3I+moZ+G4sO8MFP3Q7Cxn4mQZDhPsfEyVhOxw0iNlqnF58iDqVvKMKMwke1jjs52Kd534c7AVm
5eapn+rs2gv9GDyzUzSfhyZ2XxQt76tIInDqxsTcQKFoNjWenfwK+Uy6czCSbLohKU5JVYvypcCK
fzMgFGa5nOQ+HMleIs/NrHZgDBv/ZYjpvR48I8IN2NWT82kYde/dT6ZyN9DFo1Nilp29tZyBHQxm
gBe/Dp2IPvUNicQHWqwpoDOoTg5Qb4N1dyeynJipnjBVOF35GOPAvM0iTAfuzquzubotcfKBOtVt
Q8FQgC0IDl3rMEVnq6wNkZMnZyNuXNUmQYRqwwLISQfYTLAQypHud2wLU96PJCghUxo5qQ+QUGVE
v/JtHOF7zduUankkxaZoFV5NxmUB8bbk9KDkcfqC3nDhmcAENYHpC0/Am2tbbsh5ZmnCph0W1ZoU
YTNyUxxIfTkn73OAApz1vMvDSW2GsIyBIXKoDvdmqgMm23knjsaItBfdIbobzn4r0m9oEy6GgkiI
YR8SzPSIthGzsNUa8wr47HiW+NV3jr9QXask3aJyytZTOkXoTtp6N3h5empEbO3prOdHhGn9ni5h
jXayKJ0VbaT+6A167fZRusvzotxYThTeKZO+zhBleuPYYbqxO7WofsLy0M5+cG5ysniCQjClSAPA
fWwTFTnZzoe0zMkFCuv2fowG95zRSnyJclRKoS+Dq6aK9Jn7odzRYY+fYeFi6zWJY0ePJsz12Pek
PbsEN4wydm99Pw2eo0pbBx05Ao7tIu2lf8jkzG2sUwCBcC8SQSyWJCcCVkyNdAwhLCp9RxaPLVHi
EtR6RJGjQKzoNTIyQuDLaZ6PRWM6QGO7lpW/L7rjqOdmPzJBebYA71/7s4sISqKgfbJ9icHUA0ua
bHpORH/K0XYIIXXn5QBVFvAXTKYFHJjVfRPPyDlH9ZTAikOKby853do9SQRItJpjFGSroCHNog9D
81pqXR5sm8NvlxDChokVkWiUOcVz08I+GwK3+jKa0UdJZ27dZZ53xTdN37Wy7PXUVt7NjBP5HDAk
vCps3TyF0po/cbDN80Vsb74lZWNcC2CBtDdry71iJODv7KT6Ovh1cJDKqLdwhcmuCtzkkdCz/hMn
0+zjRKjXR2skpWKtai/FN1H4VOo8YY7oGJ+40sSrMHa7GG7AWHL2h4aRgeewprvCL9TVqFvyR4sp
TUi4IujhTibLSYJABQCXjhHfF0Gir7SodLMuQ7R8g8S/GCkPf3DcIdSzGQhBde+rNZpaTvkZjFXX
zaJ1KAyg6+14VRo+vLpJmc82cuC7TjQf4rl5TCrhvmtVcgCgpcY5UaGvJZCvmpMnF5/ydW5Mwcno
7Ip5GOlshHYefbt1byY8FTwaffs4Z162UY1Rvjm9wchlnMt7iyyjLwA0UDJJsRx/87G6DpPQ/hAS
Ir126sxk6JHX02ae/fDGNmX/0imBhCoLl4Q2lEpkpnNi0Q2sxCp8bTn/fc1GZqXtUJ+IEkNb54x6
Ew299cmEinqwBHAfqvZxOpm68jZ26ozMWzpT8MTZkXEray12TUlXEjWrV54RJ9E8BZ3qo2fV8nZo
ibZGBkC5sHQHE30wo04/EOMO2SMNR+txwBPyJR1zwsxwGJKNjnmBXglw2wcwGN4J4I567ZE2X/sL
Xnc1UbXxRw2STUNi4hClceBB22cbNy7ewadJivbWRYc5kSdO515aaiGExtERkuaA3XuS3klIs7wl
CDXlFlXlujP0W82e9wApdDqGeADX/KUUA0nQHhUGqX1X2/okOjMmnLLy3uyyUX+Wwn6Pq9o8IaFs
uzVegAmRZLKtmwSJVy7SGwp078a30vQUkc+ZrJL5LTJMmBhGVjLs0R9Ko3nU9Wyske/STw5AkNLR
jYj/kope6+yfGT2WW+GYaP6xPraHUES3WTqEO7uPg01TNPJjXCt7D2rB2PG8vxHP6+HAB6YQEcj9
FLqSFQQUKB78NN82TaCyGwWlBKV6MdyUBdACMeopXjm50+1tKcszd26+wW7BJJ/a+b3WrcAjUkkS
sTLbew4J27niHU4bc6wWn0VFhztLVX6PP0XtMhirR0n04tpoDU0YjBGfBBEJYPaLct/1EJHtXncv
oC6iDQo7UrTc9HPXyi8AbjjRsz2eBlT+VLbtGN3bHkCCoi1JwMgjcz1Zuv1TWuRrMLPtHxPDUVsA
LeTNhV66sz2M9jh0gseYhLlbx8AQNfoWR2owvHdDmFhyC/K2AQZq5t5aNJE4EvzVxDaZmMX4pTHs
7DMaNMT4I1V1TtOaoERaNCx7n5mDfm3SuD1agu3eILB4Uyv+KVCuv5rQsh3I2jKORoLHboiluTO7
WNIxEMmbT+nG2gkPoVNYP+w2yM4J5O4rsyWVo+qS+thzINkCGvYPll22O1dz8hIMm/dU6MM1wTF4
AjNN26eTQmzAdXZrXZUD06W2eOvUSFShTZO+DxnkTJFzIPmkJuj2BvJsdSjsnJycyjd3pVRvtVGd
e8g1K3AlyRo+x54lWjCUEZ9kbDOSheezpAhzwsiMxTZRIndrzq7R7v0WzCYTyZWRpyAeooK8BgCW
SUmTs2hwSdR0XVfggJCqU7ETcBLuAju7sWgVPvitHveZ0/sHG6MwfAbwRmlxPzVxtOvgmC7EC9T8
2XQmgk9u0pgI77arwDrN1MU2aWMk3/VyXwzWzCLsWggdNIWTL9ynDtP4YU6CEi6C/FoHjtgqPDor
htQk7mC9ZCNLI/YDqz+PpqQ0z6d66wpuv7IVNHKG4uyIwWMzRq8+qF6iSq/6o84b/8C0WODsm72r
vJvOWaw+24H74X+KvP8oroGALeqPf11LXb8W7evPerxvP/L3SkoBg3CVQSyC7fPd/U2PJw3zD5iZ
JqMDSJILzvJvldSimvtBf8fmJBHsWg6dcmzGv0wUfjdhQA36c/VE8QTmERqLdBRwCsdZ9Hk/sBvq
oPOyJNTOdW5WnlxTsEkyxyXT6Xrdt6Li0O9+KwHS3CqD27KYaGc2yhAoduaOCv8x+1Y9tN9qCQEM
mXOPF9AdWPfWgMrZvZQf6bdaJG/QjIy33bc6ZTJdOq12K/As7Lo2y53TYNftG7vtmZBHl6G9Kdy1
HTnuLsNWhvirDjeVOU+PwpvhzM4dEcXrGtcSIz16S6wPTNpa41Romal10hoMN92G7fOQ1VBh7vH2
po9NHfgvbTZbmL9oYEoaFkNSXVPrReSbTf4nAaeh5CUmZ95qPwMdjB7JANg/FfmWPFnvLq0L56V2
XTIp/HL8jOye7p3q3F3ZTyjsmwg3RzKYHL9LKxIeZjdBBuicZ8cE/9lnp1X1J7O1SC+TZey/lb73
lunp1jMamFBQZaYjvwQ3Azi7u1jFxgH4ntx2ieWvNTFZ/BnLr899UkTAa6fJ2HQjMcIrBhp+vmIM
QXvJDpxpNUo1HKC75/c9Q/ZnYMDMaptp3KOWZO1qzemKJmMNCThmCMCgVcQQA5P4nftBnZMUb+52
KE1xhwUJIaFyQGSXWpIy1hVP0ewyzvD68p52pbseUNMzW/A688ZWg/lREGpBEmltWnelHfYbv2L0
kLsou9hyZoIBFGPquLf7rTSLfgtUG0cJ3uudNZLMkdmJxlUT1PNnMeXVjhOz2COjn492ZM5vRm66
xwhvzyN7XnDbi7o8lSLsc0hIYrrT/ewMEivQYHemQxv/+/+jsbKH6EaoxSmwjg3G4JxxBt8umquk
AnBWXBE1NWblxu2COvF3KCfZNyT+AFxGlyoXpjcl7/9W1P9kRbUWLOvvVtSPrwQpFiHYix9nuN9/
7PuqKiWqZM7GjsPiaim16JX/CsExyZG0AOYyfqQH9dcIdwEvAMjxDX7oOzn4rxGu+oM2x5L8IE2y
ceR/t8D+LMMn7gbJNRQQIMMSqTTtsZ+XV/KP615g2iW7grTYdRHrHqVo26GWHev28w8X5p8YEn72
I1xejDYYREzE1Ow66hfiZ6i0nblRZ58jonNemCaaTxM97+c07qhFMAsA5zNc+9Ufkubw/3hpC5gF
wnBYvr86AWKRSt2V0j7PRH68FD4dh+0wYbbdurSgnyxPS/KJjYaSqQ0W6P3vX/7nXWz55DR9TAln
CTEn87Tl93/YxUwC8gofL8Y5o5KJGWcMHRZNNMTVVVwuL6dzzzv9/jWXjf+HxuP3F+VWsZekB+la
v1zuogKtFHJMPSuzMJ8KeJRHM3fmeufSrXyuOuWd7NjixVl4m3YfdX337lRtvM8okax17eCKrdyQ
MrOl5Ai2M9HCr5BzqEkD5I7ymkk4ZMV44VdisZKEcuissKxvffGfVAc/qgwWhf3feVnfPoZDSb80
aenmLmeNH6+dN3pWj0DbPEumTc/gBm2Cp/tU77xWy6eMquoa5mT7/vur97Oy4fur+jweeEd4Yf+X
b8wRhpto1cgzwfTyif0J2p5bRH8aia7Pk5z1g7IreUu1EtEogvS3//3r/+OD6dIrtjzXIeKAw9gv
X97g+0Vap1pyjgY2Gi8PzOT3lOlDLf+NS0b+kxuFvjlPlmfwgv/AXAomeK2IheTZjn39IKqoSHds
gIv93LLad400+xX/8/J0GkDRUKXzsIjE1fcXiux//8EBe7Na0s+3/uGuNW1wXNBljXPf1TwkNs2/
8oQMlp4HcZr+/+MhWbQ1PJf8jwHCQoP64cnEeWvEwhrMc9N23qZAKTyv7VCX171rlNc5DaajNUCB
reuYu5ywMHmbIxHHaZdIMa5kAsBWOIN+CGugjZR3wLS7dAnu7JbJVzSABqWXzVOmGAOMV36EKmv3
+0t2gUX98ogw3XBtzE4Lidr75RFJsjDovcmXZ1C9Rr1DVdLQ2OO+0V1evTQNVMzMG1n3Ji5gDjRg
S/1F3EA7+fWhmnKIU3Fq1xnVKGKZjQyMliE4Tt/fv89/sgq6ls0IxsA1YuOp+flaC232A+0OeVYz
gJ7V5TLLqqlepBHIpzpr/t2dveygP60dDlwhwM+UELQ+wd//8op5F5qJkU4teAKrvFZdrl4DuNb8
YkGWufS90G4Aag7iIMDaMCSoeWjQ+Y9xn8JJs1AlvlvlwJ1usAIYgocghup/wsBXXl8uUcuu4UBX
hAvbDi64YOBGJ0DD9tFE3HOLdqS8/v1l5BP8+rH4JHzPFncu6nLqsZ8v5OylPhyHKTyX3CVrpgRz
s0lcQX65lU3doRiiYWSWOiTdxlQic9ZwI4No50NjXoCghmWsJ1KJ1igJhq2RUxQMcyi6A65Hag2k
PpMFukMF88aw6H4ucB3xoRJ52G0MFzbqakS1o9Y4u6J2A2mAJyNpR07JeYRlKU2WhhzT9zNd+Oja
a/PkRIOovB0SYKwbj/4IGneINZ/k5KZ3spyyNyNtYfRyDmDiTy8fgZEeovdpUX1cdVNEwkPH/g3f
WuUWsJqkuq8NZoZrDXYDH0vZGkTNRJikBtcV1XMPgnLcWIHrPuKTjoxVjfoU+6g51MMqV2EzEyfs
T2Tzdab3pRYoxJZo2i49zHru8CP3vd0czXqKyc+mGD6ZYc/woBqCKwQM/iNRuKSEusx5mrMYIVqh
Oe8Kta7BxkRrVFRVdQ9iMmvWRGpFwQaHrv8MZ5JtN+Uecad+gbxRyG3rPGLWfMGNuwTT8+5KpV5b
grjideGx2nAEZCEeKp7mNp74sclt8dkEgDMBJwUokbRMMtKaU8I42ZllJD2wKgVEyerKCknsvsHK
XZ+EJntvF07YGPAVLx5xO4yj2yH1uzcPCDEWcjMy6JMmzcYHNXnbmBhCGwwSmDOql9Ew5k9ysaWb
i0Gd+Drzy9Tho1DkmuwZgAY7c7Gz54uxvbTg8dQXs/tiew/7xQE/L2Z4o+frQbjRFXsmaQqNEo55
bqzcQAcF9Asz/bT46j0M9nZN8qdWcQg65mLAHwqvxY3PNN7Hmo/NwqDWxA9RupvcJW4Ace6EF5Ri
ylZ+sBRV0hxNVa3xJgtS/+JJTE6+8VLpV58o5hyLt5smBSiGesq9HSI0Dj/MgB7KNOVKA34qr/Gv
cRhiBbdfAUK4FryCsQLnFAbZBy1avjFSBdgUpskiN9b1WVd8AmT28cRdyQiRGPUdEib+DgyQ1Qvk
Vb5ZcAF8qXGCxtswICSP/sjtVYQtXz2JYC/0UMMzAg/6kjN0mtdAjSM9M4PzKkMjVqN8VK9ka/vP
I8aC93aO7KPTOyw8NusQmT7+Nm8itB01Tyi8BwRtBC7XijdHxQHQ0MVY0DvkMKSkuF2nRWo+IXtf
/lCZ+SdUnazPLGcBbVIb0f9GSkIgVyGSoHY1xBx8TMPgP8xuChvdU1ycxlx4NbRh+RMNyVe3PVwu
nwYi7wo9pH/y3VI/mMphU48FK+pljeQM550CxSbqUuMfgtKDHegvlxJRpHxaBF89Bw7ebd73TJRA
8uv7kmMnjjwVT3jTl7NImjk2kr4cBGEYDvK2n/lGkJCxGpsgpgc5wz83k+mhjyk3rCwxn5LAZHvu
dDVupuX0OJlce5lPfCgeSV4pjYb2PS65GZLln4ZmWugTtKOPRjqo18tgBS1C+15l7La1H9YvzAQ4
/Woi3h4uB4WZHsx0pZPMeTU15/sEMNNLU/NmNNmb7yTvulwLZLVoXIVxSwMYenUZgFzC+1+euI34
7szl3RZlzcbTlvQ2At6RkRgcwsuy9rdKptULxgl28yk1RbMNFpy/085MP4YSbeSxbhve+cDPDCso
ScDgatFAB70ccAhyB34KlOb9W/GDepSLlvgLU14RFLC2RVpj4q+QVd7AhQRPnyv7NXJxYe7ZdniD
lalJvPYE9IZtlcvgSybo4ayKyyMkA5Xo3aCb5RjEztNtmvHs2WP7DgGD76hiKGV2/KsfSjbgwiZ1
eIMGzTqmEfRbOTGEYhmwjg7f9G2Bv/7IxymvrQE+VjzhnoGOkPFu0W81h3Fkx+2W21MVmbw1woSd
KbV7/uZk4Lhqe8nU31Qjc59DjnqMU5pTcNf2Efo/UGV8R2aguIHRPHLNOun5z3qI3ackRaKw7ZBT
7DHCcI8QmahemcFxTZEr8vkvi0CaWfphiguuSpaCXXUmgl5rnyescpaXh4vurZPlqc86Wb0kkuAp
P+Rb5bhfH+rA4luNTUDmGRs512HkCOoXcfAsoknf6yl0Xhuv43k1sjzfEvQlnE0IVf7U0FEcVpc7
0SbPr70eY5YAhbNYb2WTsfjYYR22977Gcn/0cF4Eq6S2WZpMPAmHvIHzH3ez9mkDzqLdzg7Ki5Xp
MdlkGhjmj5MBud1KEvlkCo8agI4cW5P25NPIhIjRuTkhpWKd9zMadX714oS0Zte1HPX95ROyE3FG
bheoa1M28f5S8IJPqF5mRDNPaCvMp5il21iNlLRPfc1/LMk9t7bdMp2cvZHv6XJivGybzJG4o6pM
WEfLi/jss6rA3JqeWCW9SaRZ31PJLFetqQbtb5JRZvMGsTUPvcOnSOPAfiVFgOe1iICWZuRqPBjz
ZDFAtmaLRNhMMiBpQ5YjJiewumy4VQRCNGgmIm55IB4odR+iOHAseDlufZhiRWKo8kl2eNANkg9I
MHY6Mxcz1Kutl5WFPw1UVRuUrWBrjmldCiBTvjdmV0Bn+GnU5Gb9SCd+5BZhypyv52VziZPL2qfN
ROzLULLIcxQJl5Lc7qhXopx74nIBvq1FS+EO1YF1YVlYmRay41zu3SDUbGu6w5ml3Xj60rANnS/3
J+TsYJ/QCNgTfW6nN27vcYt4Rt8cbIV1LAqnxvt+Q6AT8f6sXAxza5rlzUEsrKNsqtRr6NBLudwV
ZDDwUKRmIG8du+BBrgsJ1n7pNqStiMs180uJ5kkVrETYTIn9qE2aEI1CUcGciQ8kxpy7LyaCdN0w
k2z3EwehBhmJSYaGzUfglpNPKnJK5tIg17w1Dlh2GGgD1q6suGl67PDPlhXLO6RZ85lKnZvaYFyN
RnVk0b6sgHbaMaAtA5eL3QVi2b67hKtkuSOPzbIBoe8PrWlcV0PHolCGzUDMpfB8lqt+ebcJSlq9
teqJ1w1x0zzkaHKdVUWp9uzriYOfCvnc/TTAFxlRBoOisxu9mL9FNT8OkvhycnWHIrqTbWKUx4Jl
9LYxloQ85XW8QhiX3O2GDObmqVM9h5BQpEDuMe/uC8Q0fF6XAbPdm+5j7+n8DmjrG3J6sYYq0B5U
VsPAaljZxzRM/gwtoMquSciHxWyRvMMSP7ul2R6TuGJHmuJxXkOR7HxOKJPznCYT1zmu+EJLNc4a
EVoCMKzwpgHkTYkPF4XlMa6q5MayWykxmKv8SGWvD+jJi2kNmLK4CUqk877OOC84JlkSRNRyhzWt
2XlbrdvOuKqXxf8KPzeNSNJFOFORhkcFkxXZUZQmXRi6bP26zoJRPIaJydfT5BW/Ml3hIhEboO/p
AI5IhMfmAESVdakeOOPky5GujjzIVeQC7qEFiXWP9uP6UiiTgMyFsXweVT9asiKMJeoimF2aTWbJ
+cAORt6pvmwmQcS6PUMJTL+WnDHZXfzK3ybLHi5FEjwHXsAddCkMQwO92BXUbhwgTceaVhI3EKAx
0fgio9I/xUtuwVgRCRNqYMtSdEtiCXEJDhCuIzUY3ythHuyfjFy4W/OQ1Wp2YvNpWEIyLuumn6Qs
jj4b5naqC56JbDlvVoHvnfBVx/kG9ANrtLarlxR06arEOPna1DxCXcbNg5Q4vRIlUrNwWZnnGXUZ
euIoOpgKOYs9OEZ7TdoKT1wnmEWTjeyfxLcTRk2PRLAz52nh2UfXnXHMULDp7tBS36y8vm/2ZdeC
aCOSyaNW6dSrkc7yyfMkLTsk6kzZA4NL4iaCbSMITCqJ3GFjcYbJeYroWG/m2sVEoRC/NHO4LAeX
I7My8j8d/NSEzhS5sQvT3PW2iI7NHa8cPUUNlEj0ZQu4boo/VD1it5YnhNWZamcmy8fsXbADuYEE
wq7EfSMcgjQ4Thfe1mosdDWhEm99Zan3xO/nrzgJBwKJdctxG+/MinMVUq+KKZ7kULbPaK58snm7
zaYPggzDfV0k9bYudX2lLB3fxi5ynzBx4o951YWPDmd8ve5zglPSVhl70BvTrW9VaLWFm76VqC2b
jSowo3BSJnASmKSgYs2McJRkKzGBW4yFzsulrfA//fG/0R8zo14aZr+ZmX8tuv4tnX6c73z/oe/z
HU/+QZIBEw3/Ly3x9+mO5/+haNIwSIcc46lL4//7iMfy/6B7Q2+XdovD6MWgA/33GToB8Uy+l969
Q+vqv3LpyaUb9PfuIAEPUJZg4SiqEWLDTfOXJhjDp6jx5iC8GmCyw4SxpHseZTgzxSy6fVzjjhoI
BEO4dKxqG7xYUnr+w1AO3QE8CWlEtaz3BrA/49909tGX/sNb48PRmTNMx+QB+ZW1r1s1qZR0zaM7
ALG7Qx1q3HkEtPAe6D9Rv/flYyxtYW/jJlh1oQW7ohpgEWIvCt49zhDnViqvbrbV5ObuR/RB4e0U
1WPHSL6VL3mE07sBuVPNO6wrgpO1SiBj5q3yWgG+shPeYUxpdNlGSrOKgwRnNo3hwk2bD9E0hIdS
izwBYMAmCh6j5Zm1XaifK8Q2/pXXkOdTmlOy1Y3/xPyepWfrM7G4Jz+i/+CXVUb6a52TqJCBhV31
Y1J/yYkZfiD1qIRRZ0OqWyOeRRXlwcSTuyEwo+yqs8os3QFCJmw3gRJ0Lup2gylhRBcUPBNJJfbo
UpsrQiLkvu+t9i02oubOz8EOoYK8hoN2VcE7fXKZ6MEu09PebYnxQQk4oNIcxCZ2Z2bqKOyc29q2
plMRRjsRw0ldIQoqH4TtvxhW0q4EC1y5mdMs+kTKduWujF6NN4QiiDNeckAmbjS12zEe9Cl050eD
8Ku7ZkLLrFlNofuNjgx3XirsLw19wJVfoS/UTEhntBdG7DwYXlo9DLBJ13ng5fdqQKU74PGS6Q0m
oNb6kIT0BLUU8d0811tsYeau9rPxaTIMTTY5TmbtIEiCn1bsKreL0rVsHESYGP6WUG150FZQbUHU
iZVF0bDVRkUm2NyNa1mHzpmrXl9TdzS7xM2MK/S2/pUvHQ8lvZGFm6Awsk8oMFuKEWxi9cjQYp32
onqs23gGJGTqkzUY7nvoRs4O93y9zWs+PZ3Gbp1NQ0OVVjJN5brbu7kewRgQXBq9ptz2FE2NXnfc
aauZuf6D4UIqg5Q2XKux7bcZ05i9XUfUnQh+KcOAL89FZz1EXd7gX5/NVYjYi1u6yd1gN2LomdYz
dIlPir9kLXSGWsLze0qSUb6aYUJjMpmmr2YdBjf0OOyNpzmKwFWhWdzh93tBazEDC3IjeTQHhz5g
OVpTtJ471Ph7NBYmjQDVttQBde4SQeWjiaSf5E+bLMxCYuXaQDwp3YKMskXWHX3dyGu/UrBdNNfx
OAA1bFe5zKIT3djiGk4JV4/ynJHLsDhHB0jfGAwSZPiB/YahfwQlmY0NnL2qOPkZVfKqmuv0Rqkk
2FmlD7OYQw5PF61fjPcoSob9ko4CrJns0bPLHqr29KicY9o1H/xonL+4w6y3wdjaR99JALU4IIQ3
lQT+zEo4vgwR1tZV5TkA0/NwLhblXJPiyIe7O6Fua9zPReD6/UZBh4GSCAd1uLVy4DSEc4/lCho4
2mw5dFF+ojFJL9mfhuFYhk6pAEhkOIMTjKIwq0qnoZUWmndtZo9np0FjCSOSszR24ja7s3kw9iN5
c8TAlEOJMBgpybCpcAjeOiwH13kEkZGSO8ufaafWD3FvdeVWU+zfBPVIw5d0sJZqtjbuYi8pn1xE
MtlG9rG9MUp+3+EehVErp+hqmFVzgyw9uo/NMf1A+VE8eQo0cDj1gIKqEY8bEnqfgjhN35KQGGyc
r9QOYIga556+NM18oGXzuNZ17T+Y1ujFW9eALg2YtHGanW3k/tdmtuqrKZfjCxBo2Dy0DB5kN9QH
jIYbehkChGZfRgfDTKDpdHVkX0doAXbuODSPysJvsQqkE52lMs2PJamLD+6kc3lomza8BwNYgUub
ujRbk2XYfi5JhCd0CiKM2jdTkm0Dp09fo9qv5UpJPdx0HvEFq1COKkKu6QEcS/Gt4UnoRLpRAzSf
FWUlBz9z8h98EY272oU2TIgjLxH6BoF9rM27ZLKSY5OaeluPCgQTGvhj4qbBJwpkyS/cdKzzPOSp
BT5iMko8o/0M+RpisYn5U9WYCUI8QCt3MunNGy1eIV+PuM9QCfTXnec4l6/tILwItXuDPLy3+JCD
dLfkBL8lFmaX0bPpc9faeo7hTB0T5GD3vhVJXjV/42DtcyOq1LpDon9KApb+WWUngp+CN92WpJgi
7HSU0ASp52LjGWQ4VJWd3HKgd/c20jB+YNbmXcGDji4+9sZbYHTGmkgGc5NHE+3Yhl+IlRafkzGt
zygp9LWtalqILQPlFzryw9tA5Nl1SjLNpoGes1/OJXQL0/KNu1TRo5rcmKWDwZW3JS81OrUQ16MV
22lzbXkop1fKovO4li0gvW1PN9/ejEhKrd2EGQamKXStZyfpumJbO3X6BWhciEHWhx+KLTbEg5K0
YpppUnfkjXmRO6KW9ABbVWk8UBIORkOTNUqfOcLxdUGQtpPhTpA1/zAZziOGHrVPEoYVW8tuXNQy
bWTdtPHowCTl4HUXpIV95IhVfp7KoNt1vaCx0Bl8X1DHJwIxraT4bCnC74QRD+8mpdoWW7q9bKJN
fuPVrTy1LGc8Re2EKHeGcr3i3GWiCPeA1mKYMNNXBDYvrZDORjFqtNekwVVXeIuEiyXdExjTQbBF
654qudiKss4fSKfobsuF1GcvzD59wfctJBrq0oXq17ftQ+iPbNawRG8IOkDHUfKInWITo9zG123b
wqmOaYSo3IajCp5+EywkwRExxBfPrytclLPwr1wbkTkHTEWMB2w0f4tQAixhsxAKvQus0F+4hQzz
QRhWcQb8TYvZRcKZJMOplvSwVkxqgR82FxAix5Pmo3nBIw7WgkqE2gKL7AJQNLgHgq2/cBWRC7ET
ADop6gPRELbeaFLH4QSDkgI+llneo9ZwGssLstGmp8HolhJsFVF07b3SyZKbJppSjWnAzW+TwtPP
jenXD9Ia3c914CWw4wmaIg8zhXQkgwV7Q6zkntY6OAmxTK9WkZzZMpi39Ps4r+S9CeIqv/Iq4P9h
75LjURAxuqaGM46Vl2QGUayDWLVW7xgb3deR1V073mSCTfhfWfefCfeQwP6urHuGxhMX8euPZZ2l
Lj/0vaxz1R8mvE34JhRR3qLQ+5tsz8MkSnaLy4gbpyilFSP6vxd2NgfYf1HY8bcRbuQiKzJN0/mv
Cjt3yX/6ubLj5S13kQ/yLgxwqD/rALzBIfdiCuXB86YCGsVQeuuGGTnj36k+xaPFuSv4PBWeYsvx
wuiDAWZwbRtoIeIo7G9JjoihjwzWDsiRDLawFr37aAqr6wZ84hNaatphqGeOyLCfiFjWYLz6+tWw
qrSJN3ioww9494pnc9G6VPnSoh+YQb2roCC0cOmr2xNqC6TPdKn1MmGzKhx+K9Ox/efOKcXXVLv6
Q2qVuf66ZAW6yVUMK/A2Kt1tk2McCnVybfwfe2fSWzfOqOm/0rh7NTRS0qI3Zx48HfvYTrIR7MTR
PFHU+Ov7kau6kdiGje+u76IKlUISWhJFke/IqcTbii4oIBvsUCWLUGvtq1aZhrEyo1I7a7ZTzQQz
/Rm8W7NlXaaLJie0ZQUaPFwZcshIhmi1Z8HS3x0b1XncFna0O4O4SxyxsPlYVckbQNZergOvx36J
35+g1YbvSD4Vx7AHfnK8ibh9wh++yaShndYI7JUGJgBYb/UPrxQj/L0R7u0GRRiN49UNPjPd3bIk
QxwOnfYdEXm8ahv8SpHekDEVQyku6qmr3Qe0d5waXDFATFEvDN8wJAF6nsAPYSBcwH7zuo4tFHya
A9AuCTh7aisbAZqAk/5uhwhThA8oPvTWfJdTg3sB0mic/dQBvXslQ2nYgODKqpnsVVYGdSLpNbhq
LAts1VUNELdFxEq+9pwOatWLgNjgMGpgxZ7ixOM/dNLrf2YID6YlVcOg3TUmeZD8KOfPkLuduhcV
CdnfTX8CV0d4Ezwk7GjjpTOz1KqzXzm0cDJWIUjgg1em8LyFgh5B5UfogPTAH5iacMCmMdPWrykS
vUunEGU6PqwPFumnirqOZkvei+TENTQTZNnMDLPFLI9maIDoJvbEBb162cxa2slRpRMgM8J5foAe
w124RuHI3c27oPqOFROkNwxQtvN1lVbCEcnFgOTRF2FeBV1GVH+jAj3cq6qbcfkS4vSVz8Pgw6//
ZXnKGnKUAjEIMDw4XdMtkBMynu0VM5As5ouH2gdPn0wSB5eyH/g/r1AnjaScJEjUhdHCrQONRjGg
rVVcRMB+68aLO3HxOqKgXh1mdUZg+8xgbtbdHIlO/Ejw0MsUOsSyndAl2Mbspq2Uhv2EDB9m8h8S
TZd0qVMS0C3QrUGbx4ljn8KEbo3UqvGkx1ZMRyxbZjDn2oz5+0MrmznfWagaYch9tGeH68PrT8ke
qg132ciRYIn6lR+WPHRmmYZf/8qXGQeFLG3YPzSi5zmnOVW5d6qftQNlNj/Sf9QEsLN6c6VGf7Yn
oq8aZcmv/TGGjieuGPJGm5UVJOMxIfy5MN7tM1aoV+mAnevGuInrKvs9cZwROJu1eU4ZJodU4Fwv
35YtKbtH18iHdg5EHJaDm6p+pXxzwgItOIH3aCu6BK2lxUyzlnrZwgJmUZEbC9/2qwvltUs6eMhL
dEyt7haNSaVmmxchChHZuLNHLjgmPpwPuDW595blGugHRgJYM9lU35XdNgEtV+aAVdO3tgkh9JsJ
pfdS70Ln1Maq+ZkQYWex4eO1yPxsuPOERjKwKZnYJjspLoYbcCF0W+Pq8rkocqKdqZkprcwiMa8A
wueWddNu8B1317Nf/FlXUBRroyjhCaAzIEZMlDT7kLi6vVXM95fW5uBBEqx9Idq67Bgw76/xZlDH
0tEQu9aU1XPuD8iIyaVdkbgzu88zL8KhwhfjNDM9t0RbExTTpRkHazeNTACwyd1ovRxfaBi1DoFU
8S7pPONXRuPHgxci7N1gtEkuainiFwuz4Ll1nHFf5dhYOLMFyzLW7mFy5ENk2s2qqFNVglp5MWwg
5QI4QrILYyh6/t9QbHQvp8k61KcXxHEpbwB+iKPnUKdCXYE70upBSNd3TMwNGQlo0Zbgtsa+pQjl
Mp/Tr1HZ4GbEkm4imYMBunDC+orja/7iOKRNrydPdsTnoBY6FGrwCAXSbjkvcfTTUezLZep1bOGz
lNX8NNlWtO903K6dGAAfrW7V1Gl12bdFSZVRG9wUnWQ1GV2cg1rV3hpF8c0C4adi02+mcIuiwbqo
0kI37wPUiw99lMk74MmbyOnqW8qXwkVPZs9tQDDGXQHytcAkrLzrGrh7FxNnudbDSP8Wmj0HscA7
T6EpHttmNLcldmq5dXoynXk/qqzadXKYX/x+hyoQZUhl3jQNVQoiryJnnemRfkEjLgkEpLzqpyYq
wRlMV19niTQWTWJJttIgHtWaWKdCX3F0638E1ZBnS8Mm0XZDxXqb7wityNqlZpDIi52yXFKeo84k
/XrfY2JHwTdjS79uaZ5e5LpW7ZFnMat7K/kx8Hk/EoHQXpHr86OXNHVUDSWOC+j8ijKWIlAXjaCm
oAOIvxt9jSRpVBCn1BDqd4eN/seIBqF+GpSedadYyCA8KjmR3Qjtv6xq+Q3gKzhBOQZkPlKUxlZw
uOgU3RlZw5bGFXi8G0u7pvNUrBvTCkdUePlLpsCv6ikmC9MZzVMSq+67F4uAmLFI3EAMOrh8esy6
aRERXIxWtbpysXdd6kFtFquo1bWTnYILuXbbr7ldLkCBGA5Vkxc/4lbZS6esqOaq9EOqywfFJ3FN
UiU4UqJ/N8xwn/RJc6GNjv2t78na4p1D0mgEjbGm2y46Nhx6ry1SgC9bV+68tucE45rwtbpB57Jb
VoN90Ucc0Dp3ttZFCJJWYWW25NyMGrw9U0Un6CPvvXImFh9p5nUB2UQOvFnayBtUuhIDzWgAU8wD
s7IJHyBeGpgeRD20a7EoBJ/wjW9bgLWmWVknL7TFDdy5uiul3fKhL+iSapJILdOJzGtXYaOWqbOA
tLsXem0cC472+M7JnAuLkfA0led3sIDkaiZsPzZmYcSrAZFUs650/GGtErTXk70X3eSDpHDS0sez
jn3uOAIJP1ItxQJF5sUlK1BHVRjGu5XK/ZOlqLSvihZBqzLt6mgRHnYbOXnW0ZvU9Gta1umHjPrS
OLTAPnQBcm6TAbFqKsFXn4bjvd5Qy8IRmYzmNvqW4D9fOo5B6kc4dOF9VwFeus2g+OI21oGStWE3
6CHWXsDLDeI9noOimkUs8lz36XvBmCI3I73nvAm5SpdEtJODH7d8HbMItKh282xb9XjIK58L74he
uAuS0t009KUnaz6H9AMmTbzCBp0uklADVSjy24jaYRR6CfjvNIbNsbRHIi108o+Og7TLDYLCwdrw
Z4ZLWtnpQnFZb34ldSt+UxzQr6lydKZd5KvsJxhTvfM5e6+zeWtV5Q2MQjcS0W0bOdnleSLWsVZX
64Ru1aXXeu1lXxkESI8ZDn+kuKsURONIUlV3hdStsu75vqWXqsgsOIDcH/KbRMWIMFKnvG3zIRS3
mU9969LRCCPuwKzJo+3t59Qw9XBD/x6EAxgOEhNhpNfww3e0nQ0XRdo0axS3kBVJ4wWnhm3ApYko
gZWX6CyC0ToSUqaZ7QigPcKZ/5iCnqSLHFKkTtvxwmkc56qml0cufOJRV23ptAc4GnUcjHrceq8s
i6Oac9TnB8DXY+VNw6r2zRqqqWx+kuKpb0Hz5MHonADpq/fARq3fuI1cda60T8kr1eN0iOY2yZCH
2YE0INrHY3/COd6/0kRlVkAZ5fRt3cKdVM9DmkMpseRRrFVRRotafQ7otYLpIm2llv8cu6G50fxx
ogd2kvE6rGKnfSbT8Fy1Y5G6C4m3MTC3RMxa6JwHsQWGcG9LI3skIneIjkVGs9aFVehPqverS1pH
UyA+5sI+BZ7kOSdjuvbSJHJvoRwc/THO+S/ZL2RaBDdlRVSNE9NvqWV0sfaPqFRxX1rSC92b0Kzq
G75+e5XzBe2/sHv97TRwXn1znuWjHMOAbNtiFtD/4eoAzWpHM5yFFlKisbA4iTpxZJ4nxNO/fFLG
v3Lr/G00mAckgAqXDhmtOqFjb+06IGIjPGdDERF45IWK2LoDNTpPqaawRZll+zOitdK+CjuvtfZS
CisYlw1JH/ll4iQZKx8v9lrQ/yGvEVWhfdEE5jBpIszrIoVZLSWJc2FPRcC2LRfNL4Aky+dAb6vp
zhQaEsd6QP8aty3bzAq1Xul0vbprDN9pNuhhDeouCnqO7B8T54l0GXgDB7aQUl72+uEs1mLFOJPU
jNabiPlfTJnitzd1xZ1FmAJiyJrVY/lq0tNz4jYuQs5G2rx26hywCIkntLJpm42PVqXZerOqceQ3
ymu7rAyxRRIshnVjeOX317Pwq87jD/jm5h9G+0+j2Fue258bfmyQGqzrOuDMm4eeskMmOEcvd844
n5edOOFs0BpAbvvPB5r/oj8J9deBSNZlG2B7lvl2dnmSExwlleXuVQUKOIEYEwaG58O7Zz818SwV
DMuBQ8jEV/b7fzr6bNOidQEfzawReONMq7TRcCnKK3cyqcyz6HtvFWMGYf+YyZmtZlShXA4B/wjo
Ph/c+NsrNk90TycDgEYew7X8d9dOt50WlAF9zbBRHAq7PkQY7KY1GmWSCvMVggYu/lV7TdYie1Rd
Fi0HvyJ0s11oD8b59Qf6H9XKV6oVn8f/x7NbPamn/4VQJVbj1VP+8n/+6/IpLl7+xDYJmZ3/xL/Y
psCRbAkKzCwk995fkXmu8b95yECbDicHYqRZ6/6FNm3amhyPlCKX4BFmPqXv/0+zQug0+1dyI1wd
KyHCFvc/yX14u5x6rotni78HgS+alRnI/XP9Hn3LtqjsnXakz2OSccZLkh3/uBsfrBbvhyCdAuzW
AFVEYvOqmvnjExH0baaFwFO7LrDIxfcW9LwtPMEt/f9Kof/GKPNP8ccoRNUOAwLtaecWPxrtRzm8
KOcrFc2b1Yj2zL8u5M164MalDZXAEO10cvXTyIZvev78KrDZvv2iIsozSAx3kQ+5tmG89Uk2mVYl
eE/lztEK+bPEtspWUO/NtdsztBOk2S2pD9ijsjY4kGPXbobGGtbE4hpbvFz9Nq6kfDAjwA5KDJtk
JZV7oqalc0jIGqi0BQDYsLDoK0sNHQVAAbFDutlGCzdvk/OYegM4j5scG9G5VJ5UP3KvWiWe16yz
0uh2LTVHCBKwemnIN1ap5kaXbPHGRVq3HGRjIq+EbJN9pGfuUUdj9F3LiTBeRM4YXeq1Jo5oGNBP
6KjfI83pjirM22GRDvS4IHRpL1qqNe6J0M9WUUV0UuLW7Opy9xDEOdYBwKBV405kO5jNhZ2a6n4o
RvvUkzKy1Vo3W5foUfdgVCBhrWFvaH3mNDBUxqWnkyRF7e2wGMyhu7VcxV+SeurCZXe1LklwGmG1
G+MyCMicKBP6zMOyjU5B0vU/OQ2Np26yqEMVwUBsYoceiPS8l74QwbeoamWyort5uhc9PMeqn4wX
KcFMyKuy1W8NM020xJ+iHnyTj9Zm4BBy6pCzUHDKDYbkuCwJZFOLHB8pqa6OQAzAYZu8cUuhAIAJ
DYhExa1HoycSKeXCOybaFTFqL6qBi+xH1f5KpuHenswXn4j174NJLrDdavE3lRKVrY8kXuMXqgki
6u2XSZXS55RVT7uk5siYZBUPASOieuCwDH4z8HMkwHaHnG3NA7Zod4mc1z3mSK8uZwZibWHa3rbw
kGQJm8k+LABefFlJDjaevgXyn4iQEyJc+vStrj26NZIlAXHhAbuLuUO2xQDmJJZ1nRB3lXvpjg1a
d5eWU3unyMVdTjSHMjG82DllIawuZZzpwbM8G9FL2a6xctjXns/txKcIoJDLylyZrJ1X7KGTZJ+Y
It9UGTkhFKlgsl62MjBuEcGEpxGH111SgOuSURc715y5k20UhvrWsGXwHOCXJvXd1IIrs/cpDUoj
121nhQM1P0FgX48RZb1jOOKaoyb0MFayxusDAmnkU7cnTVLcBJqlbSHkrRtg0PACrwUVpfV0Uigm
oJ2dTt+1US3MfS0VnFE7EGxMYGfwrAbKWfyqR+5taS02hDHyftv4Yn5TbqWWjdb0R+ka/nPk68Y6
bGsbyJSCn7XWoCMPiI/hfgQESa/wzv8CtudONt2QrfFK6jujMcZdzqbjAqmtfdaJMFwHo4elBCeh
sfXcYsar7P6bZwYdAhwnOul5re86Eo7Fym4HmlHduLMWuW14P42UFPearKqr1hr6J2lZxWXRhv41
Eh3rnPlqhB1qKB6h08859mY43pCBNiHel94N29fiCXdrf5Ij9pEBaOJqaGoBzOiOl03tO8e0sgoc
DU63JBNY3FWIR0jVGqdd3Wtet4RqYQC2gyxemUmhioQBKhaTHnDkYgvurMg+LVH69fpvOxYqX0RZ
GdE21SW/nEk0OyptmnWq5dghAgh4IBVnU2E/26oSL86qqcAs+KoggdDt+pj1QF/QPHV0nswclQCH
Xv5OJ4jEKvFJKDLdYjrw04ZQKeV0IEa0PqKCRJfvBHG9TERB3auTJ/7eY8ewQSkgQKRCf+80frmB
2iuBVmbFYZTGpMcJjoZLz0qmDbsEtdZHKfd4XDIuo/bGDcS7tnaD2XNlUty7pJiI+zCUEwAQxPoN
u9T6ua+VYhnr0lNW2h692fq4xPtb/4g58NLu7bo7iuu6FyKNpo0Zes4RnKfY9mVMMCnlUhU2ydJ4
RphGjmdGMO7vBt/Nw9hQRofkNj28/nazEA6VBjh5xyHMTSQvLpj2lAzXjTeqdeel5bhmDk/cXcz/
thHSZvQ6ZEyNNcFAjd2R/2b6UGKZ0p/TVDWP7qCaVecQvr+wpaWtAYLGS1qnEkoLQ/PWLobge2JH
5UMX5/lW+W2xdZwpWMeToaNqnaPRa3yr+tCmB1G2T+iA1d7D5J0ifqI52gtSfYeEJmXxlN2Vr3Ru
XxERbY5JK74UKcolrAL0MI1GOexKzvewdJXBqdK0iObWvS4/UMIwpCB8QpEPmEzTTuEpkQt9ENOO
ZmpxZ6DS+6aabjrFNqlWi4q8T87oXgGlImYyqmoZlhzs4DBMXrMwSDhdonnQzlXMkYOaJh69ZxFw
VbqW3LcgNr98g98N9k+NhBTOMTBKfxsKCppRHCLjqQPN27IblXur0tKH3kfeWBS1uPPrOV/Olv7S
Q7qzDVN6juX8sWt8JHGvORO9oNPXMjp/WfoNWosAvtmidg7HJr48kk6mAzqa9DAxo5ec0MmUt/Xi
JeEbvjcbvTk3qZgemEjhjYi08FpBdNFHR/+QsBufsvmq2HokAXxTbEgV2ZlmQOlmEXJGzwt/awba
cKOgDjnj6t1LVwTafT43dk1KJcbK08S/zylVQ/B71PlhB9vqN/prREicaeeQ2PEb9F/jIcF8sNac
If5etI138gkX2GiIah+tdrQfO6nZj4lTjVd8qcQmqiNtNcaxttLgeXf4cctLnPryFgdfsTaxca4p
FhquXu+6coAaysbzrs1Ux58DqOXLJjkS92lQhUjyVdGi0CuZiBsYANqn66hYk0uj9vmorHVV58Zy
ILWRl9j1x0Nrjtk17vdwj69/JON4nsuTZ+Ck0myPfYVnHye8S1eEJgZr0OsQuB8538IBJ7rW6yTf
U8omvvkBqkxYU9tZeDEfQ8Q/PP6pni7TppwujbqZ5ZXYgcgJSyOWQMO4jbT4mfzf4YpFYdybVVBc
u3KaiD92AI1Jyh0fKJF0KBidsJ1OpMVvXINwi4zWjUWbusk15ZdImywzPdht7hwTjEs3httr60BW
w3XtNny66d6iXgMXnoVcOXfTlWnIAG7WoGiMb1O39yWaRlDBBt5GURW/LNyiPLclXFPLgsMeqHBR
W9umuq6Ray0lnmqK6bOJ9FlqmEhO7DeWaWBor9NCOze6Tn0GskN2zDalNRkhmks9bHg1aZBOoHxj
Ohq8jjb2uuqKreJM/zBb5td5NbGt9mPjWQ/t8dLO0YPbfa8/j75ntjSIQANqJGEeooYXM0YheZiG
fjpJENaD6O1x7alR0gFidqRajF1Vo1QVSKAgFVjpCjrxTroYeOc1KyvHZcAvzqAcoVr4aJcvWqVR
VsFvvUksZGsLcqMCIIDE3sZEROzRn4ltDyE7X9G1Gw3mkmr06MqYYrNZtnF+R1UWsaJeUqyn6jW5
s1Q0x0GboMMYPZi8or6jeoDC7jTWjlDwNy2S/gVd8xESN+3Fq0mpMGwosjYzFhnNdxdcRroChmHl
dMJGbjxP9mviec1tEMQdbvpAQXw5sl3if3PX7BCjQzU52Pyi8casMCGmjch/uoX2s5mgaszG2phD
n8/7tnqPPJBq0ik+92UERe9p4Y7VasuN6JaGbherMECGTcTyN62A+iP4rkRN3NSEPfRz15ElCcvw
SP+mV81eZ27F9SJFtdlVIX9hxS4uh4qmbeynSyJoi7WIs5KwBatrib5Loh9h2zm7lJRAzMUtDfSD
N5V3lS1MuORQx9ufm9ExSkR1UxQpeQZhCiVijjnAY9X+rGCt7lxDIobLvCrdt904HczYT7d2FrU7
LcJtsKKV3MYULaebJBTyrqKvY93lrTsuUYbnKzEJsR5cGSwDGUXbjCbwTVenHMn1LD5gPcDmZSha
heWUHylIt3b4BBwfj2YZWj2BeO2QpsemeGZ7b3wfROFdGn6r9KU0nfLU1QnRh0CjPWY7fOrEfPjb
RIuaDSw7ryI0CFki6G4hiSRPcYX88tmO7LpfdlTyXNuGSk6Fo8pNG4/yu5DsrzAKRObV6PkKu1vk
Hgh+KB7JN9IDktFb60Gfv5DCyCsIDy/aDUXRHqPYsy8jwj8eEdc7u0HV/SFzwu7Ya2P6U9lJAO+D
U5vQQhXcdG6V/8obyo86gaSiaZISZS3GiINBcN8FBV3U22scsKnwK2zOug3pgaOm7HurcPN1GmDY
X8TIWq9KbXxJYd6+maVbrKF86AwOs2njNFmyTDryj9njTXwKozyie5Ke3ZUYJStZkiU7enSzBaZy
MoEzvraHkVMFhXrWhKgFq1lTTSuUpGcti78NBRmZIav8AuCGiCMfz3xqVI/IWyzozqyPF7rt1ija
2RlvS1/kZyKLyws1ZSZIdcBWah3mY4DGAVe811Km2/QadK4N7PwyqqxFtEkHjYGy50Fp9Vwo3Xpb
TjEIBrQ4uM8sTV3wUcxu2ComT4NhlfdJndbfqpbm5W2lIWRdQCfEKSYDJ3AWKb2JHKZUcQJ074tl
U8bDj1QK1LCt7JNDZ7YvYe/1REB4xgW5JsXRYmf7s6gIDBlpFVsJLb2ayg7lB8xGtlUpXH/Po7og
XIP0cRSr6gp4N7wixRyliD3Th8DK9aUkj3nZyMS85f3/RSwWWmu+af6iRXoLvKumg1827U2qAzLY
YRY9DLJBKDKSfWmg7jk1UPXPllb9sJOm/4H87W5qzcbeuALRLBkJxjapJ1b2SrMop52rUufc9WUE
tXTr6FmTL8GwNwJuGM1AR1UsMx7hd2lvo0i41CSLkcVFtkRLkl2ySxIzfMZERcsjKyHKKw23TTi4
Z446fE9oUfwR5K6+qkL/0R7s/qhDwNFNIMxVPdTqzo7tX27mEedcqvE5nIKOCuveI/zDGpNLn9rW
LQ3M3DHac7a4jehY1XxuCtE6j24X2ee4K7HOtDEvrPTRahfsqUhM9jcOtZzKiswbziAPLMjp9VBN
4lDXAi6hh0evkO48lbPtNpO9R2GwlVwJMk1QGWucYkzJ7haDGH7Uri9uCywy7HC1U57naq+8MT8F
sSZu3FoPsTwhzzKizvpthLRRlElfrWUbh4eAmq/rwhmii8xJnTu7SvyC6K4p0NrvCdnRQZRiOWW5
XXeVhQdBDToZWq2gn4rwzVKl5XZEtH6nWHEX7YAq3ieDfiuz9hy2FGgPri4I2SnHLeqbH0jl3F0S
Ionp2QhS+upqu9zyuwu2ckT124TqNGGdsv8ti9+tSrp4lanq2aoT2CJPtTVHgDpKn0s9SfSjUbXB
kdgDKgq0GBdy2Jjn1tSGcalRf+FfxRmd68uyqOthYUlUSZu6GCaOZpH0r4pRZuci92kmdUZ/G8UN
qbRAWGdhNi/DoMicJn50KWtLHvSp/+k6nBqczMxJIHc4JNXdSC9Qmuzz2CfluzF2GurGA++/A18q
HvKQvbEdUCbHrjBbAXf8bMy4XWFkC5aI3W/Mse937SCeXI4gBIRcOFI/sYcSIGfARFrrGT9tP+uP
dulYEF8WQEpKL1sYGKRhaMHvSFjOjaNr5qkZ/N/1YGsPIa/evUmsVrRymrKepatDsKIcz6WTwCm3
uj+0+K3qYkVabwcVCgLwORD6HgVFiQLL5JMYZ3jUwv4N5yJ2MItO80gaIUl90WmAcXFVMifrLefx
/CtW8S2y682jwWLqHhU1UFt/j+YOzqDwX0CklaGz0Bv+BcE6rLOwylafX9g7NJyhDJOiGjhMxMtv
jZh6IyrgR4MLi7zwPCQ2n4ykMy511aWLz4f6O8/xVUnNUOhuscXO1Thv7qGBFHXMLIYqYIYu0ozQ
LSETtpxM3kUdDuj0OibX54N+dH2mgXAOHA4b6ttBnTggp5ne+x0JWs7CtPmXkEB2nEntL67vnaeV
W8kLDYXhEqv6jntOWfynqtLkjrZma65r0BIWNy/ZpyaIZgb8cUNtAghiNkWXbUZB4eeXOs+KP9lJ
lOq+aVnwN8KbOZo3s2YM7SrS07DZebkGAI85fyHq/v7zQd5SoPMglsnEnGXnkK3m31NzMPhcoJuU
O6WAbt0+YhcRulZwlZn6tJtGvPldSytcKdkkfz70R/MH0tUxdf+f6Nq/h/YdSMTQtOQMkozrynKQ
CyczEOxqOp31VsgObIzoxP182I9efcJH2ZvzZDG+zFr8P5gcq/FF6cYM69ZJdjDy7p4AuWkXCmYt
uvX/zoRFwADZSl6iZ7wNbw1lrRuolBmO3IRzbdZbDv9YzOi9/GKVMWb/99sJA49s2pzAWWjehiSi
MPn3WYqp7X82r3NzDNpfg2JuagThXAIp61vhTfpTRMXwTvVA8Z/f3Y8mreV7whW2RZTOW0o9dS01
9aEud5Yb2icHF+BlFbLEfj7KR6sAj3Cmr8iMMl9Jrj+eoT0EdmvnLD2vqwBxhFAR/jhgcUiqLxac
jy7Ihib3bDwlUIzzj/LHUOnQFkh6yCHp+xo3al/+EF75RZ7yV2O8WUkpfjYFH2q5M0x1OQm5tb38
9Pkd+3ByMP+wPTMVHffd5PATr5emkruKvetl2OrmwcQXspy6Pv5GfxVTsuj0uakPbyohT3svwG33
+Q/x/tUjudmBQuH984Eu3qxoqD9ba06F3YWYD0ioUmLZG2lNFTtVHxTKFKvPx3t/XxnPRWLBPmqW
ObxZ3GqOVd5YWeRikdh6tMV4whLtfrGVeD8XLTh0IiGAdk3r1Vv05wTxQ9IeZZrVOzoWsatXZYyy
vLtwE7iMzy/ng5G4CI8kVOx6Fnmhf09Fv4njaRzRcLK0IX7UmqM1uudKJg+fj/PBYzJctCEGz4qV
y54X7j+mPIrG1PKlW+6mWF/L7EnzsmWCwDaug8PnI73PjfAIqfhjqDdSHzAqQf08Q7WdD3Bf2BhE
elepxUDZybruiukeVWy+JbAjkKvaBt3XZR18FxxZ12oy1TqB/d0SZd1A0FkA4Lk9pQfHSyqyFwZt
H/bRdBkQvXdr1wU1XiFsEecqtc5MlaiDi67wqi9bEOyxFQRUgTguehFPX1woYe5v12a+4PB6pISg
IEfX9Pc9peFVs3xsN7upidSjnxe0RHXe7ShE/JRPLW2UWQZ/mgXfJdFeGwTAYCaD2AtBMy5646Ux
1wCZ7X0ecDBSgl6kMr+teorGAoClvEzrdZP24I0xZdGBTCxSBXqsN7Kj+5cmtnY52KVNpM+EUUJ5
5pJxkhUQnnuRUiDHA8Z6ObBer/ywX05uOKxsvj4+d8uce6ymRn92saJ+8dH6YK6RMkSu/lz5x5b/
zVwLcJCw+xi5Lwndxx2tkHue+rALE4n3YMCNtft8yr3f8GCAIm8fBRSyF4Km/n4QdWl3XV/l5c73
FA6duMzXNZbQC2FVaht4obqIgF7PZDaEX8T9fvD6spvT54wYpB7vzhwyHDstakWxA+Yav3WiN37U
8D1nxxDJy398kQg8WI3AOvjn7dYRXpTz5tgWu7yTsCLkxUjgWpqGiXiTe2KLYm/ZQLCjSMX48p8v
U+yrLBSEr80z5pup7qZhC+xUFERckl9X98U5HEKkHskov/ievL+jJGXzPrkojFzfeaugAwPC3IB4
fGd63uM4Fv3K9Aj0wz5j/cfTlO0GgimEUZw+9LftNRXZKW3YtRm6grZfEWyzwwN+jblQUAklfn3+
9D66LIKu2d8gskPO8WaKhnFWFXZWc1mEJO+0CoMjHCKcTpNZafPFPXz/AmITZWvD1gDrqTlbY/9c
7GlJMyLR5lyZZp8jS3usJ+9XMljnsBdf7EHmd/nv/SlDcSwVXBpr/lttLdm18VhoCDGsKltbYKV+
iZ/VzTr8c0V3AKb8ajf68Yi4EpCxzS/d28+LXbleOY9YG92BhLencjTOlkxrkkLpiYxa84sY+o8e
HRvvuenI59P59hPtNJw7VOCmO61tD2PWUSGZ0myvfzHM+42NrTs6R0PLc9l9vAUUyB8c4pi/etdp
Jq5Zl7iCauCL+Pk8fL9UMgppZwQvURbFvvHvqTHgh6I+3kh30gLRAulZZkn72y3EKakVhLo3La3x
q1D0N20XM6zAqEAKOKFpd31XFEWZuPI59qU73yHioc9IEFwWVTpdDj4sPT1+zYK4+4zigtImo5tA
IAKXiarZqqEO9xk88qZnWzSNTn3rt9TRhVXF5mDeFtSl6RyRxYl73+zFLlSN88Ua/+GD8ZAUQwZ6
PlElf98yJAkRVbi8uqDTxToZ/eSgDeCcnz+YD2cZukogJYxt77acuY2JowjLbFcol1yEstvpKXF8
rvpq1/LBC0tjBntb1iHBGfbvq3HczCqqumAhGioLIUsQkdGkD5vPr+ajFQh1PzAcvWCAHe/umW4O
uGNTxEMN/j6Xz9TgtGrdNNlzl5C18PlwH908LgkBNMpynRK0vy+KHE5Blguv6JgGv+Z7J2NxymXw
+PkwH708cxyaiySXg8HbL8bQpIUxlbw8FON5N+loQLEFzi/IlnIjQ8f72WdVsgctbL74VH205iEk
tdlXv2q73yzoQKc6fehdSoK2ea0K7WlKKHBOHoj9vGO5/mK0jyY8xx6Tyc7J8h1IlnGNLl0z6a5C
JL7NhUMknZloq89v5ptijH8WBW6iS4CDQR3d2wO/3xLUi4cznc1v+kNMcehGQ3G8CBKry+Dm3P4+
+b/sncdy5EqWbf/lzVHmDo3Bm0QgJBnUIjMnMKYgtJaOr38LrOp+mZE00m6Pe1JmVbcuEQAcLs7Z
e20sCeu+7IbrGk/MlZU5xi5y0XTOqsLNFRJqL+sAHNfoosfo++Sz061898kDd1i+TIOUm7PPpQla
YWE8Z7WZTNoEXf0iO49gMcNtD7HjPvcT1QmnimhiFEb8lI5Dewi88luEomO2q+5YjZjGqSJ5K1uR
JetF3MfHD/Kdb42eNltQYBMUF88XxMzhN8QT2+2xmH9Ws+y2okJMSfCmV6qXj6/1zuOQbxpjaynU
suv+80PTJWQ3ItrY2gfyp6Dg4OeWeGlVVuwdr0g2lMq7T3YY73x0UtKxY0fDivXXFntoMjU1Ycnt
JdaXKMYqp+Nboo8BdROydf1YN+OSFVoM+39+r1ISwEVFig3i+UxpkmwXNy62Ic5qV7U9NlSls1uq
8XAbyK0GDBr+830bF1zKAHATPKays6dr021szbrcayLEJy4HVAmF0d2OYKD3Obngn1zvnWmT67GH
wh5FvfbtC/2tKJAHjRnFUEr2eCDpXJgNHOO6rH0DRez/5FIenhjXZsPoni+ilWPGHb7xci+9srgB
tTZDWO7si7iX8pPp670xSswLw9NkWvmr/D0giStmKgP7Nu8f+qjEH14/kL3XrOKwvnX7ovvnqw8T
hNB1C4AnO8Sz1yYnem16Oxf7WZ/R+DnjXdM3fkUd4JMLvTMxS5Nig0EGk4mNY3mfv72vah5RgAUc
AbPQeg6naefO9cPHg34JCj3f0P9xjWW2+e0anpakiWlyDQT9cgW3qTq2OCzv9J4slyAjFDsOxbiy
xqbyF2L8Yzk20K0serU94CaKfz1qSPJ216U5oYAzpNyMrsr2sdE1x9k0o1vdIyG+UEPwNahEscvJ
6SAfwVVrZLDBIYLjsp/FNN1YskGrC8tK3s1ejtiqkORYl3nb7MRACCcHqCm8BtfE7rCMY6DvcXMd
EUe2I8RTHTILieZg4OIbcBbvyeV5AA3drnnC6TanVtSsIoSCe8SJhF6Oc7UJ+shCLJyOl6VpxOsR
tPsn+6L3xiaruCMZJwZ9irP5067bulM2YxOZ8Es9dS+40a5NQ9saOWQbUpD/B58de242e5TvaQid
Xc+KVFHjiC/2APuWmtPVqKeHsSs+2bz+3VYzqZXS2KKWSZnOO7uMOaURnAGv2CMiv62quEEz6BI0
/kgT+oQgZd1b+rewKT45MhnvX5cqLU+Uw/X5hsyr8hoAokVNpFTzl2giZNVtTO0Wo4vINmhmOOPU
Vh5sSP2q/QwkLc3tgom81ocD4TgrKxm1gyF6bSs7s1gHCEMZcNWOficdbC/5bkkwhCN88XXqzKHv
ddglY1iZPpEY93pqgkGarXqVdolJws1cERfE7/EBeP/C8yFvkjeE3TTWWxxd/O/gztdR2yUbh8D5
p9qwPnsV783pGEWlg/+PiWLJCP79+41Fa+VFOhR70b0oOoUrNYpdKnG2fzxRvDcX/Xad843RUA15
VnpjsYdfBS+NegPRStHm44u8t7WBn8VpVaffhqnyz5sRtV6VtdkUe5pO4K0svIoCumQKdzNq1Sem
s3cvRr2SM4uHu+38EGE3TEZFxreiRVAUoNnsBrPaogBFS919Fjr53kRgU/ZntcCy99fmNyORyE5Q
UWEUbW711rFBQ6jnMmt+dTGahcj+5EnK98bF0vPmAIuEwDnv08xtlfF82aclUxbh8tLl0Z2b8aBT
iyfUhdAVs6qXpHXPuItFEO0hjbW7sIyLk7sEznuwCB7xtvJFtUFozp8Mp3d/HhMiZSTqt7Sv/3zT
4xS0WhqxzRnr6hemZpAyw31moCP5eES9ex3H5aTI8XexzP15nXbQFAkhdr7nJFpRzeleCqWNftk3
nyyk721bKU4h2hDLfzhn36Exejg40F7uOzwjUYvEdSxum9ICBymvSb1+yDPvk0LFewP4t0ueb1iT
2YTxY4l8Dy18B6z1l2dmiNvtY1MOn5w5jPfGLydSmmRsHzkLn52LugVpOk9OzjSjq2/gZV7H2LPX
A8ksa8q34VqrNMBdzMibuF68BppclJkQklpvaJ9JZ46eg9pt972OYwFXGz6jqGvuw9krfbfIMpDT
rbudnNF9ci1mzRVkDARTWjsBvF5Km6X+KkYdO0vp+lMlviVlf4UUp9rA+PwVu8O4ypURA4BS+n2F
6JrFXrc+GU3vPQVvcepS4mDcnjdgs6xq2wJ/wn6u5sPczXLVCfPZqqwLaqbPXazGTy743itenFkI
ZRyKreePvUqI/yOjKt/Htaehi+ubajtz+vUNIs+CVbto0j/+YP7mGLomihmdG+Rz4Zh59qZDTWV0
SbN8b+ezt47G3r43IzmsC0NZF1GZZU8VAYKkpqCcfLMLuFGXPeX93G1AHXg7bRxRrn/8o9557mw2
Fgu0hzHwryOvZys373Qj26fEdGyiRtmnImLbqJKyfYZ7NAPHj75/fM2/3PUUMVElUPVZZm1CQ/Q/
pw5YeHMVDHzR7RwgZTVCc4sg1di2AUwFwgeMFSMF5aSVbbywidaKngzOC1P6H/8Q4505bPGFI8cA
cUCj7eyHCKQRQGfiHN9yYtAaWXwNsZHNt2irC+uCJ+McugQ1MhYrYtEyishSy+mjEiw/3IzGKLZK
BeJLZLLx1rtZfGFbXOyikSGFYyoFUuNZOyT5v0hOXzFlDxvTTqINWmHTBym5ZFHWzmaKesd3wwsd
PuB9ahTTNZ8tJjTFh/Acub13zITzVfQq/eRg/t790wHDg+4sHfrzwhHltiRrO4P7z9LpPkKWtp/s
KX6OQXZsP37W710K4TVaA9zoLBtnGxCaTnUNyzvfe6UR+VXtLm6+qUqJis3C54+v9fbeznopHAsW
fRhFTDqoZ+fIQrOznlwlDgdwaNwV8HmF2Qtezy6oysEvnExeyFIEN92kj1e6roW3eqd5UFuyCjyS
aA5vP+h/8Q2f4hvgJ/z27v7CN1yWfdzGLwXFs39THQ4//+//4cUt/9Z/pY64/1qWR/zEFDuAjNp8
pP/JHfHMf6HZd5lG3OUE+Fbq/y88LaAG9p+C6jKVLo8l5b8ZDjp/kCHBmKfGQDfKk/+E4WAsA/e3
sUbZx2A2W05tlM1pgJ4NbEwZY1/GsjlYYJWZvRNN3okI25dLguS2rBO3W1mVI763mhM8OJGHTzMv
gqPWxMGxhU6/djIHg6Gwi136No8MkhnGJU3iwQU25TtRZcWbUnTeWka4OmWh9b8SmDmXUxRmT6Ze
d5s3YyMk5uBUCjOa/EJ3Bn+RPa9lKJpx1+ULZaLO7fu+6KdPtjBnSylPAPYQ4CMeA8+U2u6f03lC
lADMtqo6EIQw3dgBVkOI+uTudt1yX/zu34bIzb+f7e8EnLOp5O16VJFR1tKf4Lh69nXr+E6mME2r
w6g1WNrCDEX/yMQdYO78+Epnq+NyJXRRkiYSHEqEw2d3NvckmMKezw5jgIRGTxJFzoGl7VwjiO8H
PTN3KkqCu48v+s7t0ZyA1oH4c+nBLP/8t7pRIvR2zMlGOPQ2fkQ6iwQhcVhzLL+fFlHCP78abQNO
LGiZ7L+awCGxfHGRJ9lBitFKT0WTzwASGjle95n38PG1zmV2y/Okc7nsrFlyljX3z1tDu5NFeSri
Qx1NmbE2IpJmfNYFNqpsNVaRiqbrvunl5Uh21H7OnK7axC1Wio9/x99PeNHzLsJl8oqcv6RimWwd
lffkGdRoMcDAtwovTRgED55dleKTi/09hixBKZrTMGITao1nu76GGBeja+zkUMl5vi3dBvSexhdc
wWaNDurNC+kUOOw+ue57N8l5n6q7bbNnOle5EIE3xqFNF63A5gCriLc5Gj1HhCLuk392LRg6/H1a
+oJJlZ74+eJO7vAoh8iLDzFpM1huCLxeVaJRF6EajcePX97ZfPt2LcrDPEp3gZCdl9qTvLO1hmSB
AyiCUb5FGh6z2Bg+2xyeV8SWe7Ioe3s2kwzDVf9zrKJ3axvy0uJDIKwhgbVP2sXKVIW+CgbDuo9i
4htXU9PhZpyJNwo25IBEp4/v9WzsLPcKz4iJTtLcs4kY//M3EB2SxrXV8RuGxdkihxrd2qyFp8BQ
+bGEGEDl2FCfzOdvj/C3JW25LCIwbhwtKmvoebFoCG2yBwInPkTIXJ+bxM6PFLDUVZUU0a6Bm423
ScMd/FY2dtZAhtRwGO1i+intrG5wZXr5MQ2KYB8KLYcdE/AfSNg+6We99zstXgy6Y3YHqCHOHk9q
GcE4O5q2Rwxif1eqN5v1ANORV5SBgtkXIBSclUo0xyEjYoRIOmD2BiAYBIc+Lc0Lr/MCVG6uceVp
duts7SEqEwyGnjPsPn6Tf4/a5XSFk4AkMJJMzn+q8Ap45JgQD4DkMJmnYOVSkjXabvPxdc6+el4d
ejZeGfWYpVxyvjbGms5D0dr4UIKyvfXIzl2q+aV1kbWmdf/xtc6n87eLwUpGzIEYhb7X2fNXLv0M
gniZzoGZ+qEbDL4AZYMQxkm3gQ6Ev5pGdSHhH8MhKsIdXvbukweLom35Ev8cri59HGRuCEgNfs7Z
qpI1lUbivR7snX5s1MHJdCbTzpuM6hD21XyrGbb4bkUwE+K4x4SuqoiyShynjbsiHdG6aEMS772+
Vzd4IPGZt1jVGhI4u55E3DSfT1m0eM7jWr+bMyN4HaDEPNGJmU9z1uD/9OoGFzJgwiPnd+tiaAQT
bpuP+p0Fbv8eVJzYdxITZ1SYqvdFFS+yJHzrKgw4dmbEIYFDpMycBUp8nzW2cS3CtnkF7Tl4JfLd
qo4FBfp5VRAljUhWmi1BXhHVAMNZOjsalnWxIn6dzGovkD+whBmPo2Hgf5+CIdfWLZ6A12zozNHP
u8mINq2bRKfQ4Ms2if/1ZTPE30HihJAVQus1RBamg91m20hYiHBDOjhe2G9FZJu70RRshgpnan9C
b9U3hEA6X90aYDFMzYTxxtcfptu09Lh8VTXarUtZdkn86Z2vM1Z1f6LYcALqo29aCwtESH60uanj
sR1XzoKR4IioTqwz2VNdK1Any+OFMdBt9CISt0jWo/QIcjuLDoEMbeOoizw6pbhAEUXPUUIO2tts
1Ut10XTzoq6Uk/atKFNGZCkmKdYZ0gyUphXPTlkuCZSNENGDOcXmcw/khc54KIobIwUqQz2GvzNG
cXSyuyoEb+0AbRAU7BESNyrceTPoqZVpsSgkZJc+uhCv0V9RGj3mhh5/z4CybGVTmi+JVcMk56PJ
mhVArfnWGolhWndpQ6TrUE/XsTKHCCqNjL9lKOUO0yyzJ5QCsKSNZRzmYxkc3R6oKu5TtDr+PEk2
MGBo520xZIwlJ+/mUzgqSlgBRy+1eqOf5JZGrOGcs88B/VupdcINYK0HF4EPmAG2IaSheonwpsBW
dBm9VmpON00QAWDsI04MtkUAhR2lPLA3NEOoZfgkXQo0MzFSIHWn61LL6m1Hr3MfjnO5gX1krZVW
NrdhF8UH4TbFBTBYcx3nRENg0BQnaUA06Wth44exgoewczalSXpVbRfpSXG1dRBYznU+O7sUVs2a
2NoJVnNifHVdPrsK6bsoAWRraW/4QptmIEC6vibtHGTBVOZrGh5Zuuap6k9ePFzHsJWPifS2+JCN
LcW08ogygyxADXN3mo/eqs65rSx1m3WUppmvBiyk+JoJZbTMr43TGqcwj68bAOSrYTAmf1CuuWbB
IVqkjh/tAD061A79gtLVWvSpta66YtylXi4AP0sc9jNpr15F0T/2ors2Ut+9Sn+pekhIiZYbvrJN
MvBIRDpowv2CiTjAyoAgdK0mGlAwsvVvuWEeZwSrq0GPryIbz2xq2g/DEFyUhRN+6Sp93kQ4so9R
ljMBm8seKdfVlR0bxqmb2/pWxll71AYr9efZvsQ0rtxqZeaJ03rpMomE7S9wZdUe8k5CADiJKKCm
QyM5ytKEsRJooXPZWxk/qMxAXsNt0+dHCxL8dhozNETdoHsXoFjrazZKZuSPNGthIIvssalU+EjA
w3ivSov9Q9lWbriqhlmdaAoam8XtsCWqGo1tHjeHKbOnQ4Rkg4uyi8a2Lu5caxzvnFGpjTH3/WZZ
fyy4S9VAKwa0C7BdIqscvrTsYBLvqJMPAkOsUexFFrhekRY2FDnhxExFAPVDE77Fygk9Z18lHH16
xh9ySFVsCTQhiWmkc7WGbZZfQxx5crK59uUYD1cmQuBkHWawPvzOTs1kC2sqv9AQe22LJLVuRD9h
cHf68LlLwvHC6Ce/i4PxmIy96Fa6O3rfjGRqg5VV6G28HpgnD4XXREejZt++0kcq+jPW+WqFmbtL
fCfTbjPVOJtcNV9IOLDAzQNi783Cfe1oGyvK+lJ/0HPLeQaJ4s07YcUaQTbjBJesZz9WTPW+mmfv
atJq+7bJyFEE5lGtta529pygvb03SSh4leybXxWttk01JupYdwaIbFOcvKAZM5xk8tIkfoEtTOHs
YP55t1lQA48IjMDg8A9xmzJFIx+0WKP60GXekZfq3SNanH0WYWgyhTaYP6ZZtLdOBwF/qovWd8ta
911C5gM7KaoVHAZrNzpatrXdbkD2EJuPqWrLG1Sp4M8CmRyCpNZPPMHYNzDj10Mgd4NlMbC94mRT
PlgHuaffhHVm7cmeMy69MAQIDhnlPrBq6efuSKSxmKttNrfuS99xS0w09XpoiaCE0VQuhO3AAts1
FHq2whdGBZiG3VMhJuOqF255LeaAbb9HvtCqajEPbFSK7Jb05oFglLRwvlqpTRGnrMOLSbPc0gdf
lx0ULKtfHcfxy84Y+9vO1CaXMBqaOWvSVlnTTW9sltws64oTe7Uj9tnhACDLYybheXVDB6YnybOb
yra6a5eMnb1Rt5G3jj13n09zcxjdAlK6DNyLsp6CU9IX7s4Mh/x7WtSOvcFLVj/jDa63tp2kr56V
x8G6cggMpaVPLSnJmienhYzIn940eEIyoIezTsRdMA8vgsA8YEFai30IwHbK4iq6NYwla2Fw9Rd0
X0m8LsmKtfp4k+b6j1HzKj/uK8AlREy1RFeE6kS4ZPndQWsGwQdFJKz86QYu97xTlgp8QnS6G8rl
7fcEPtIxqSmHk53tNUSbrwc4Hqn1CDIMLNGPBWBswvYopug10lS97uKWcOrQ7EhjNzrttbYjIDRW
pV/Fo9U/AvIbvptN7IJA95oCXZhHYOQkZtdi2VMAnvI1FRGa17apjuAAvHCT28Oz6mR8BcWy9qHf
AedJ6iVXc0zlml0Ucby6chAr1FQ1yA85WORow5s3u2lvFok4mWOc+RkWJHA0ulL5mpwHVE1MTlBP
ZFJPexmM3VES9d77HTJYpjM1h/cQ6EDYTZbeHyxI8WItqQ4xLsmMW4ftrD3EmSfg85S8NxaFnSEW
peQcg8bhbMQJI8r8Qst5CuSkf4NywlCmoiROkVPpxcrRm2mPYDB4AoBpvGh6pb3qdj9eBq4KH6xi
Ttay5M9O5uQ9ygLekN5bDakXZsx2EsAb+bCPbIzRhQS2QM1X39nGU0iiKM0LpldaaQyq/EmQ8w2z
TbtzBohtCai+NSaBrUkcJtkIHZCFVOSracklcJwoWsmChBKXM/aqMKCpe1P8Pc30qFij9bCxJ3Ql
S2WI8lrTt709/upmw8O665nrutG9bUrbaZ3m9lFvc2stsfgAiOhBhkAyQM6v+U7AcBZQWy+Ule/6
Wb7M9LLBC4J0QQmZkk6gsp3ZxdN9besR1jI3PMH3f9UqmDf1nBcrexj0Y0xhd9NSzTrGDcosT1Ae
gG+q+J6bfldFC06vI0yGMz6rDhshMF2luWm9uN7mSBQvRTcll6mcdqkdLryRaFqjxbJ9MjeuR1tA
bjUne2818KFEPrgcTSo/66FM4rUNbibZkiCaJUCIuvZX12gwDBe5hbRjMlpr71ujtHzbIPG96Cpq
BzPO1WRsbzGavsS2CYk2UuxTAGnk7THX6q9jPl/3aXDsSvuxaoITUy4Foywmta+ZX5M6fAI0fOfo
xa5iN70ukuzFE/G4m1OKlE7nfZeWaGGHhr3vadJ6LLO42YhS/z55ko0VKGLfjfRDZoONwoEGUqW6
mCIHxk1o/8gHzAo6aQzhytI4EYRj3z/PxvxjGuKDnfREIjtZPK6Vp8JngbsJ5WPjQj5rqmGl4P3E
JWk9ct4MNTwgUgH2fRddWvUjsMCe2Ora20RtfO/gnd/D803XTT30XzS9cTfTSAz4wBnmsu8bbU/m
7fKZK0Gwfex8gZBYEHdY267fRmNziNGwXhNyvRwnHC+aduUo2UKToGuCE7Fnkr8srdlG+XRnofH6
KWxHaUetIjWCpFKvhdCqD/poXJDNuqj6a9jAN5neLH9Pr9PkhWAPe6RwQZI5GPyOEe2MKeGkVDXN
pFuJJJNb2YYRETvsh/aOAYPlqus7J/ZbrUxq6DUUTe125Mj5xhns9eCrG6YAJGEKMrrRbCzsTJeD
CMauDHa/W3IsChn20E2YXqgzLT0NVfbB1zdbaKDVnDEWi0gSz9NVzRr35NaBOpFKxyk5ht7WqdoW
V4lmxcMGl8p8CxqGaQkikUEAz3I6kfE0/EpmfbxObCUvBdllWxk26TECwfg1zDWK3KHpgHJtrQ4J
dMNJBOCc+F6WkH1PXTQsR16vA90WWVX7jCmbrUOm4dsHDdkc2NvzpzW70DZRyQGdhBcC4B3pcL4i
v/SbneW6Hzds/1ZmVN1YzbxO5VAc3sCWC5X3oKc4/uLWAEMXWRQFWg75bu9QI1g6NW/XGypT26jS
bg4B2T07zgnDDqV3/uXt/+K5uX4nbI79pUPPHh/PvNeNFJRn3nEGmxpQfbS/gM/MbHv+TRR158K+
91IeJn1lEChRV2/fCsVVNtFGmdBl9Cl14yyPK7GKYwhimsdPzKMRuuYMTdLOrfa5jDtugKS9HOLP
NN+2FF5uUHjLL3kPa5a9L43NAOXrobGK6Sad2O/OWiTgmfUYiCqlUC0J7svMqYVXFse+eoiqcm2p
pN6xVeNs3/eZQ5hHGozwvWaqIhQvmQx6yelENJ6PgdTCrR6IPGf8i1m79MqwwmWhxTsBaCdyXfLr
mqbVVxIQFyUZQhchf4YzDNZ0HM3LrO7ElSVH66JMoAHCrKN4FeBPeht3WgwqFd8LnMwZcQRZbfNt
1LVLHtekLb8vqoJXDQIrRRGOWbdZvzyTDKynI/mvvKvpqnQGHhtFyrUpq/n0BlEtl1Jc2xfzyVHB
eP2mBCnLeN7aJiOgM5dgO29Y/uBC/gx1GvxeNLh+lZE+3TkVypnCEV9ywb9CPm5zcIrln5YdT0vC
llVraQDWHfhDG+LHPcuHootwQFpm4qddig+1ZdxHYL0vpUOd1X8rPElND15naVJUShhNxswfTSat
fKGUWBg+y/nw2EG0uXyjkg5RUL4EkZhuFDTDaqVFfMKm0dObHLvgGFSyfEkhbRy8egIGqdrhLRgx
g8zM4YA7LJCv9KsgDFN2wIud2Sti/ZJzS/PcecvjzUWWHgkJmk9DW+p3AKCIqVw+WILWop/5nFcv
NeF9RDr27XDMOhUcUDUxIHtXa19I4lmHgopcV/PveU2cXjD5fu+tdlhHMubo0VU/CkQEa1i37q4d
Gkjr+BF2XRfwsU98gUGvvH/TSrtm6DZhCZbWoAQOFRsVdDMCCcMtMks457q8Lgw7gPdk8Ms7Tj6W
XzAd7rBhUvygLer61jIKxorSnFVZlBTQJw3km3WcCUfscUfbmcX3UEDipRWplaQEVXzTZWMFfsnp
dNsL5kfP5EmFdqg9zBwIXp2g4oa9bhmDjVCMPKsKjkSgk4roGsBUNKd3fcd1OPa58NJ+uTbnZHKm
5PTljQE3DS5dqJYNeUMpFSFsxLaClbFK6kvZDsVVNHb9A1h692c1mMFrXE7eEVZvpjC1szKZMSJZ
ZTkg1LyCETB4MAESUgIQfTZGE/hOSYHbz2BDqn+Xn/9X6PCJ0EHHq0Pz5r8zE/4SOpxe2P+9FD9/
1zn851/6/zG8iBkWB7xAN48Lgmbzf3QOjvcv2hsW9BqCJ1A5UPT/L5mD9y+HzqLLznbRKP8eVWE4
/1r6rBLJhGM6lMeNfyJzOOvxc3kGONsLvOTwQv6CdBWC5IE8Skl4CKU10wIzi0uM6+oxJ2MeoqP1
Wd7DXw0T2CQU86n288v/ts5RN4g6bbbVfprQ9QptAGJsj58lGv3V5OOWFs0CUl40YH+pADurpe5q
RdNedWBdR32qb9OyQUvgmAQLamO2ki1eHrNOtLt2JMT3tzHwnpIBrclZ72LxY+lLj8/Vech/dRl7
xXSpnG5Pwjf5SBNAjm3msCYPECEuJz1qjhM4wnYH8JEyWEWVZalixEhCW+axewpBMlyVHNdwB0RE
1YQEDxK7OqZbshP5/4K5JZrWyDQyUKcKCjrbvpZJEragesVCkd4ZiUslEO7qPjItZljHrinZWPUX
sOlqt7QP4lUVSoW1o0bEtaJ3OO9FPckH4EPVVcMR+IEzD+hog1CM0W6rFzfPYwHQclCvEQlf26HI
hqesL9SuTabiMpBkM4AgJo5vLPWCoFWBzy8mkBS1Cv/iOMXeZct8v6G3Hdx5A1Vtf2grUR54VEue
E6IQSbaTaRo7neYNs7nTEtIBh/dBlYrZdSqjawsEJf4TkllByXLurZy4uS2zgUT4YaFRJp3DgcoG
gTKT84njIh99hB3NMe31+pb9WnCce2fa2bXMDjU8lY00uuEp4SD2VCezfc/b0TegP+iB6BR8e3uq
f6gSKUroIOuMx0I9Qugqv/Zi5s3UCMv29pIj4owsbEZXeJe21OJ9XUfqdQQE/EiKkHpUommfbUiU
l8EUmgfgxPKhp0j1nHRjcTmVpXeZ56g2fS+pzYTCLZjSld3PAtYacZhtFWTrsRj0DSW19K6yI7Ce
tEnIeyibH2bAfw1TRE3rkACIcE/xCaqm2dc/ppbP2dU6tbPjPjuULi9XOdXoT33CCYFg2waAq40w
pYK+zYJKAdmheLXTZJDehbCKKNZF9RWqC5KivXD4lQqy4guI4piEhGDSkOW3eKqHJ3yd88mrB/6U
EaldlSPSkxN37I1adRWky8eu1da1FoqBiiP3YpuJR08vyteExzEUh6gYftEdVzsV6+Z1aPImAig5
K7OolJ9zfMxZ4Hqea8r2kyqltZ6ATFKsJYS4oMUbBHc2AZU/cNnPp2KM1KOOYnBHZRXaclOnW2px
3U+RkEAds6D6SK04q2g82zbkPSb98qiXIZoVnGlUw93PAF0JLJx5E6YNLNOUjP8GDsfXLHSCY9am
X0fCw2gkNvl16L5y8BbDKtZyO8IJkOuHqLW+CcoPX3TonE+hzthc6Voa73Twz75pZt/MwBmoHToV
vXiLQblsiaaIFwU5vtsGtVldVzQIrr1utK57FciHIm6rr71ll9+g8zJaHY5cjR6U3wyQmRcJwRP3
k7s0ALSEfRdBg+VLyNYEnpGhNPZoXuq/3Zwb8REQ8qfdTaoqOn+Kk/mEHa19pvSZ3inStemJoJ2m
5ivB6WcJMWqjiPddqTsA14Mp3oGDRxyQ2YLXlKe9szSx6i8yhmhONALRvbZu1FedDcFef3ZTT6b2
16EkgPNH3PTm1xj0bBruB2MuTHhSs1ZsIAqN/UnVY2AdyQbtzTvg82DIiah+lKQfrEu7j4qVJPwZ
ndFsbxmHFiUTlIF0H6aOqakvrvqSPgEIZO9oaulNJ1rtthTZnWb1V2Ze5VsgudbtzKFpZTnUfhsr
pIYcEF5X03bCzLQP9Tk65Hr62CK12vRLE6Q31ffYpSNpDv1PQoLzg1aEP5AoRIdoxvhayL66LPNh
3GTWMFFaDbufErD2Jozbi6mrgy1YNXmc5tTzJXX/deZYIbSGML4yZ9jo1FQHtW44IdmJe9TSqvbj
rC7mVeUF9QGJADg2baIeJoBA5nGK+SrPstewmuldYZaidt+aau2ZxZ0qnHij55p3kRBTcsKLOILm
5YOFbS8vYgWQr/fcEMENL1KXgzgISvj73OFUU3WGuylHTV9TfuSzLJYsFwGRSddycTFasbfvQ3lv
5IHHUcppL2XhGdlG59n/aKtxtNcW+nsQTTPvEIV1N+xhlqPEkCMN24B6TEulrtBFD6zKk1RYPZsy
cmDXvgraH0Y59rvQClnzWMDdLcjsYRXpEKySwq7v0CrKlezSdgueJpqoT5Km7LnTNxdJz2o00umi
mBaGapamX8Gxls7anmy1o1lIncmxOdYhuACjMZgGO0QD0yvKpK3ZW4ZzwFClC18xiZD6kFZ6u6r4
rk5m1hLjOwcEfOhCPwCHaH0jiviq2g0Hq3pV4CxZUU22jpXdTI8z2b/rZglpwG27HzPfGLSSQrA9
v1SZsA6wzueHKqlKcgdabz/NlnfI+0DdxKkx+0PQ18c0r8y1rWdgbe10WGVjmNIYM8xbp8VLVwYL
XiFsQL6Lyt3W2oCZdGlZjyTY+6ZnJF8cOyQPQKhxawYK/LQ3aNuauBbKcvltJjXWco4bhzg2KGqD
iPJDLfSeiBOSuyxmxNtGGR3cYQo23hiYpxKLE82TUbtDbOBeyXpWx0UkmtEl9wh0qW2ypk1Cp+Es
OpfeWxC1OS6h1BmAHNpvUXoi+lgeKmyl9TqO7OYiWzKt+2SJt3asJepaX1Kvo7cAbCJyxa8KZHLm
mwBYJl8kYjjMde2tq1xrdqQjWsQ99jEN8yWG2+zC9kduJDYt6NYcFqsx8Z7WV32JMBuBJcMKLwsK
c/+PvTNpjtvo1vR/6T0cmIeOvr0AamZxKpEUqQ2CsiTMQCbGBH59P6A+R1iUrxTu9Q1vZNMiqoBE
5jnveQdN1cVuTYb93ORGE/XltNYFQt7jLVxucCWsm60/VtmVRj5wEWLBnnssvyo9YhTYngPZESDc
KtC2cGqcDCd2P+6iPGuc29mMs8OS1uKzKeiNmTHOxfpsaPzWEinPLc6hlaWQO119DkyG6X4t+i8+
Q0RCgie0AmSKdxw42JzN3xAMADfMWnwRTFJ5B6BfnL1YF8Q0O2u7mWYVQxrh3C7kbFy0RoiXYMys
dDcUWYGXOpLXqKLISze2q0hdFQMy3nRNBjcWTmf83+Tpe/ElM9N4wBW/+0Lceu5vTCfl+xnVKptR
82xuKUPdD6qQlGVrwUiCx2gXmzw1yyM8rfpcEnFxsPUOLkozsRm3OcnslWBsskmdjsM9qBrtUifB
8JSZVnKbVFQateOKm2R5+xSBfLa0Nb8llnLdlCE2fCOf2Geo7lGekF1r3LEN1l8s4UL31+CzcWrD
8XGJj47XZHcONWgQ+9TQiDHOADVCQ2p+DcbezvukcucrfYRHkg7jtElW4+uGYusFyLmKunktf7FJ
ffF6VZK7wldAwYLDTKXmbzgqZnu1xA20mCwA8JzgYMxOrDMsJ20Wd9xA/o4G9089xEoQpF/CgIAd
6EeWIAOPokkSrT8kmilPMVq1tRz26kjmsiV6aC3vLelvRh7Mp25uccefam720Du/a2iMlWv1AxeL
fmb9JBA2ALR+sj0eGqupwCn6g51R+Ud4rTq3ntub24Qo+tNsUxCmAXe2T0CpvAR/ubxzSFTom09J
XLMwa0ueOmucr+pJyOdhsO1b4q/U40TFvft19/WTIGuVLq6ms7A8saH5yS4ZmUrhjZrVHbRspTF0
oLCz4EXTjTy91QZWHUcRC8wYWfGkImGvyDm1TtKb11xQN3tMPH9D+XzjdP54By0HUSlCVp/G/Sfx
bII/uhlkGBtXlcU0EXOG1fx7kOdl0sZ92w7phq152c4oapi6D1RQuaB59dL1NcXa5pJPtjzhHQnD
KXaaLyIrvXvfTXB170mci7W2kaHsnd/Z0CAa++nhw5b3AS9oqq1VJf/jQnQGDarKjBuswuU+mr1M
5FtZBfOugb7CvcSCLiB6+RsszPEA6zLZaYb5ihvlR0KILFT1lEuaMyWbQVTN9dia9ssoSBDJFqu4
0vXK+mRiaqXwzBX1eEVYhw8EbxQb3QZ1zQCw9xVbySEJSJXTjRR3fFVRr5ZVcKaAZHyhrPkKo44J
aQRGdc26w5j2oF3GBIaZBmIG2S7Rcc6ubVsLrY491rWh/3dTAx1/YAMDYaVmp1mmL0kK/qcFTUgd
tnC8IG2stbqqF3lPpPS6p5AnsLEJInsOwOdDW89Q/DEL2JoqFjcFXiLnfGCsMkK/w/8/HZ9Wci92
ko5ZfmotuIOnvly88SzjKeEmZRBDNNX1auskRapHg7DikqAKKx9QepBgqHX2hi9Um09NTDJdJy0y
UTx3KZNjQUmziZf1P8QU9PFG75DdRHGGs9WIAZBvXiHl7ohJWEPo7YmavtXTvIazkPKNkzpotopN
mLA3RSnvwaIjS5Qin3ZaP9B9s8X6dvdRJ2MlAlJ3os6B/EW+ORC7amnc/NQWn+d8KHZt1mf7YaS6
0ouJFckEo9+ktTs89Vn5yWvpHyG2iRd/Kq1s084r32a9d8Ga2XBallVs56TahQAL62hwcNwX1pjt
Y4yr6sh3+vLYw7Z4VbDPXu3ZoDY0S9MMeW2LndX77R2dqH+epU5KzUTT75Z197GGHfdREdtx1BW7
Ub/2dnUalFEKz2aK7KVUTBnLadgZS1IdiZyia6k9K6R28u4rqx2edANKI5h88+p0LfMOmw5LGHTP
m7ZeOAH6xug+mjmAkpSluGFcR+ZEbLOb9HGN8tTv6Yxi2yY5oHEW3pEOioMRKoMf9voi/2xqxV2p
FkiEdIehk9nLAcMAeZJCgsqZsDRDFaxHaFqxXTqzBwBUmfIZzzf/bEzALKQiBufEEO0pm7367Cbc
OMTV877WTSdq/Hp8QvNNez/N2d5fESAk2eKmKsCHvIw2GfX18o2pY7JsM38RL4Vb3Y3KE5+ZP9Ju
606CQsmGXDilSPFtfmmtrYXz+qmVvXK5fJxy2qhB4HyerQnlyfqqqnV/14ti2sBeEJ8cqchWbauc
3BKd/NVhzEBG1uY1UzoNfKpsea/XLU+mySlF3s5iUSdkYYP1zFcF9jmQQNoJXMdiFgqwyrcrvflq
SRgZqBF07W0ZMjyhkEhqqR/UoJE5lYB4WN0s798Qn9pi+WC6W0YucVnwA+mCScjKDqVNQVUi6D4P
sYsTxQoPaInGbcB/zosAHLn1K5C3ZMQFFnD3oylNv7U+XLeF162O1JxQjExrTqmfgF7pQhUXKfB6
YThZBGuupINlF7NLORClRYgXjziZ9BJaKN8IgwITEGfhFcQ9AgguhmcMtKNDOhwgAgQ5S5DBpjFt
a4Ixo0RVDpFpZAVS8OgtwBfqccStIIIklcnnxbIBypx+kn+SiQA1V+/nxxqtVRibbXnUVnAFOh/b
Gh09k9EVqVlH5KFPqQFfacn4TZUJ2CMXtjjL4PJv+M3bIakKsNu6SW2IjdpXXV/WctnTeHxlRbEk
O5xkvi9NKDU7YQMN1Y0RX3SjrM+iMYuNxAftDM1BPjcGZTrjbzA1fMrq84R35u1o02kxXerZ3DWz
+4I5b/NJJRQ7rS6D8+SxzzZTyi1MHSQKOoGp5JcUg4ExcAWU41Ke98zYzut6lu26DePQ2sGbL0Ek
g8yj5i1a/jqH6HyVIQh8SFfUm7pkPQVo0D4ZPkvCXobuyyAZxKVGnNx6ENAh/67rh5QmYpfAIUuX
rxOv6NdbeesHIKTEWhWXahpBkaAlblx8bx7ezgajBwKGfZLeemz54E6AqKPm2LdeojkcFVPgn2VA
GSLnwnyA/z5GQcUQy0VucLRph6PUzY0H4Vr4DQ08yACA+DiXen0mULc+OyZFbLU+g5Ty8KXD3Uns
2qWhOJ8MdjN4Y0/zRJksCvA5vSnNB6j8bLbsY89N54sX9HGMaVFSR2+Q4NgDWvpk2Z2SOp2YVlJ+
duwmIqLNKXar8GEnG0Vx0tPsVLzYBOhYoKBNyUsx62PzqTQ1AOoJzNjKYlqFnsLZciUGtoDLWw57
Fs/bNqs87gbIETzvxk4+0tXPcAfNau0noLyfVGvBYga0eRQeVbu2TEAWYzdyM3W2t3TkPSqgpH3U
3VHQ41msNU2PL2oCLzNLVWXH2nbkaRIlIOK6VeJMa27bwipuF5+opNLNHFAv6LuWDDgfUiAT3skW
dBr3yZXlZhgPlvSGr97KXe756DBsC17cLKAJYXosPpOLR8khu6U85jUvWSay9Bbi+adxdLhrCFys
o+mnvCpjwT3oS51uaJzkM1VJboeDYtgbEosUULcMTnbDXJlNdoJU8tQ0MRXkPM6bceCBzz5GoYUJ
pP72r28v5lzlHDEanM8/nYkzFa2pfayXXt0RwTvvqjTPoLc0vNAZVWXiOWwyiKqTW1t4eEksTrZc
C3ehI5u8mTTs4ttgL40L04YG9g0oXqmENnG+l2mtAmYlackgKQ97gAS+8YRgIydEx7df4A2lm2Wd
xPQAKtvBYdwaFnCyTn3c/8fQ6X9Glb8bVSKSYYD4348qb76Or19efxhUfv8r/xlUGgayayZmjCh9
l93ib4NKY+1m/jOatM0/3kZ43ioNxl9i9U/qCI9L/+t/WQ4/Qge10pWYXq4avv/7f/5U/zv52tx9
b4W6d//+dzkwOtwf+w48eEmhccFsLQtzDYKLfuw7UvjPI+Yh8JTjzmO3sp3jbBlaCzJQgtCllZQY
mzQnxHbSCBtDjlt9wY1owo1jT26ZPNOgD+YzQXQF7JCyTa+kGi07MoVUyG5be36yRnt87ouq3fQJ
ypxUzKaKgtEnaU/glb9RsExH+OKzcRloHF7qMR5vIXrERFURiDaExdJ6C/Gw7bTLKsyJPTA/UrEL
0s88gnn3bsBHDJEmIQwDcoAWos3sXvY8ezhyKuIWD4FtLMRMFbn+mfnDmgk8F8UX6WkSaQPRVuE0
VeqW9NSOMQRQvL4BvUaxQdhC4R2bubUh/EAKEvtuNvmp1cGKXQ+XGeqtQwJpQsAUUerVrLSTzwds
SJZEjsTgj2b03vQJgQrsPLkseYGRaIkEI/fKfjOltE1RzLxvn0+tdyCLvSZx2W6AxjPFVtISdVhv
NBvhhLhGVfPYCwFPX2wmJn+9PJD/nA37KjYTy9v75Kri8d9m+qJvVF61NeIJGD03Fsnz+I71OMUf
7c5oBkSmJIkx2VojH+qCerTUSvWxE6XdWZeRIzVs8Y4ToU8yEsSfQo52sGa4ZsSvA6i2RJT7qwJh
sDBAhBqqoea+jY1ZI7aaWn2KHNwx1pnOMHr9uWMKnW4S9CpEMgBfGTH0lbSMSV7oxnXhcMRAZnYo
BBWpPShKXM6wU98PgyDQgJ22t9qw7bpxWirgUXPqjOckTglrf1EZflntF6qvvoKZVyxLGX/Hif5n
w/vdhocGmh3hv9/wrrM/cTt9rX/Y8r7/pb88KMw/YAcgM4V7gZb6Bw8K/Q+bYXPg2KhmseZ22eb+
2gH9P3ADZbqP3AAO9ZtU+T87oG38QZz5qla0cd5BYOz8qx3wnU4YvqBhsUTxsUH9iSvouw0QNhcT
o7Izrmoq5x4NAyoldWidtSmGPOTyBqczYZd5YWjTY6ZwRActSWGUdoFwXr0MiYPBKAO/YIWTn7sQ
RoDJvp1fJeYqWQNLLXgL6g4iwt/u9H82879v3usn+xvaBTWfD+xza3UfZxiQuB+3br8bkAy1S3sF
iqAuRlprkTNRhc+jp1PJzHH5G6m65b+Ti67KcZ3zyCYAjvOLe/bjJbWsJJl7aJIrdPNnCHpE/pYj
lq573Dp5ucNCavJgtDoA+SRhykWDPXr2IXCHMd45CSGpR7TRNI3LSJoDSfHxsOzN3lV3fp0xxGxw
2LhL1wahNI1+2dtx3Vzl3ZoykcBeHEOjiFs3lC2CzsghQYmieKq515o7qgsKIyB1Y3FeCTNvOmQG
PpcK0nhMtq0X59Vmckh5I4ZF6/zI5YnIqOq7Ydjh+zajmoMC0cJTIAnUKp3X1mKoPePAS8RFL4yb
1m8KssOTbE62oAVTsjXWT66ndsmENE3MB4N+GHma1/HdiAiVL1o6q7vEnfgYysx8tbUcU7yY40Sm
pQtfOb1VacUnwhnDOs6o3NRjC6cG20epgZuaeWp0WBth1XuDIainoYqaXfFs0n2kp77tWH8JNNtI
42QfL0tb02FYpak+ijfZpmX23LmswzyCqVmjmmMr4JdEI7FCCzGiQIhhKUZ+KgYUXlszH2GIqEWC
WmlETKYr2tO5YUOMOMMNhn7ZmtfjvKKijJ+G2Q2eRo5huHIT6ouNxO8cC0Z+td5JbhLiQZ6Ca/d9
95xCqxAHe4HcuuU+WkPkZCu3MEP5CE3CAV79MC8Nj3VcI5eusGAr09OyPhJvvTkB4a88P7JTrwKp
zQYT217zooXMlesU0eS95utMKTmukfQwUvDBiTIDXio0ftpG5uGEBLve5G0azEe2kAGSTYmYaR2G
qfkBmL2/0ZCJeFGVk+ZNcT4wzc9753qeE/dJGz3jZhpFeUdEe/JqTjSkiDZtP8rM2nutk2L8KCxU
ESBcLNl0AqIfIcb7UZrj3B1VJfHuJ1O5DgAkxPcnDWFff28iMnc3zuixbEhR5fZOWeW2t0gbHDy9
HIoKPOgGaeHwMdt+ulibnBWJLqhSPLvMEvb0bc7nQbzwxyr/hmhcXbJKp+N28cGKmoQ10tHwDVHa
BMYDxCYeT1kgYwu1eOLZgiKWFdyGRrxwZ3i5YNDyUhaimeIdx7bonlGjqgtcMF4EbfG4wZmJ4mNf
0DhdOYzvRRirrj0kYw5ImMcmlZflSMSvy6zOVj1w671m4Crw5/MFt/pOC7Zw07gvXrBOlQYC6K/g
l5rtA6e3pj1pg7fIc2+2Wns3Kwaju3K22H6XapqDx8zWq+ISjzloOTNKGeEqYR0XKMZjuMwV97KF
OJNByJ7AOYIg4UYIxlOHuPQhitnsKuR8S7ht0dtCLpTGg2sY7LYbd1xfir6lUw7VBEbMZt6YD9mg
QfvB6yZ1n1XpD+ZtHoNmgD4ZRfOnZ00GelI/R3izEs1R1Sa5Onhx0uafWqMFgQ5Jpe+/WLHfFx9b
dggjhdexOO1tU9W164cq0eJg65WJ1m7NAu/CkFFBfuok2k761ta4yRHqqI/+EMviq+PVpilDe6ZU
3VZYM5i3FefPImljAZGPcW3CpSfAwdX1Y2paC/W84S0Qu/FNhke0AGhkiX9TY97x7IxDHDWL8cHD
gHuKUEQPjzDBtC1jmxTCq+gia0jSo1UGMSQvgnrDKsPZ0LCM2dmkXuUctA7yLHyxXGrZxyS1h25n
C8etcyZ3MzrcEoGcEL7+tFbNkVXpn7R6hFiMxDgs5roPs3RS/oGA7ORz2cXeV5UQjAkBt74lEPaM
N4GctwWGAfdELCafHGustxWH1IZRs3VBS1F/Muy02pm1nsQkd1QoAaCP3wUJIjtPFNJCGVyU15lI
ykcz77ww0LseBn9PfuGoMIJuwWTHahK3Y7lUZwfmyXYAurxnWxef8mBIP4x2eTd5usr3rSSuWc6k
6up5U+9HtDMfks4tH3HZ75Jd29dMnTnAEK3JBeVOUOwgMSLulxP2H6Xnse2NVvPAoSOea6cS6SZf
unrnZ3rzMYWqya0lVTckinGoI4Sw6ka4sAeSbKwIlfe6b1kLN75kwHcw1xCGCYj+hoR7z96kyMXI
BZ8pBzarqOJKdlWz90s5E7VWWs3RS5W5SxzjPo8bsddVOmxICRbPIHRi4pQa3WMN+WnczpU33Mje
jj8EInX3WrcUOwdxTETm1+Jj3ue6N1rayys27PmAa+18nDQjwIGymFBytyTeM0+J5DDnALCd+zBm
4/JF18v8CkOM5aqt2+B3IbU/FXOwgC3+MVZbEwuU98f6RDaV5ecl+BnNUnsoaihV+mRxCNkaaCbM
huYKNXR7+HUh9o5vS1XkoUVB/LbyYD2E0T9elT4v9dLJCU4STOoFyhsbg+hNaoxfXweo4V3BR6uO
SI9ymWAMMg5+vA4GK+7QBUl8sou1wvD0lj17HWs4KmbD+PcX83SdSTQFMhzpd7fS4B3WEorAk19O
wbZZ4efVzivSsiHY/vpSPxeycKOZjFCL66gL32MQEgW50NSak42y6aZeYU0H51qGYn1z1a3Wqv/6
eljJ4E1GnL0LF/id9wpxHry2ZeWcFpXGT9+PINwxODGcuqMa6TLSP39zO9fb9WOxzpdbbWUgTPPw
3hfrc4WoNmh7+8TQgOqKJFqKHzZUTuBarfIGG0awFWnVyJ91Lef4+PWX/nmR+g7RrTjN4G9jYuL1
4+JpalvqqmQsOgzZmjkKMqqM6XchS/94FY/cCFJ9HOjn71ZNGZtTHWM7dkKvSYhqBtrt+b81oP2n
q9BQ+gSzBRD737/mLsCCdDS+Cywhf+NmjAiYYPx/LBMH50Qo9HQ7K5/+xztWyEqCJ2OWbMbMY5CX
sSjGGSb7do5746YXalx+09L9vH+xp7Ob8LVATbjsj5dEJBzPU+naJ62J3WcDeOm06COlyIDN+bZm
ZGSGbrewRH69OH7eWXAXDSyoyzrpLT+9EYRWgRgJx4S+zdsdN+yTvYteaskZ0v36Uv/wFVkcGKZS
g+Pk+36z9KBmcqnKZMCwQtqV0VwtXQ/P12bBFGsHp9ZV8+uL/tP3w6bPB3F13J+D70bGnlYauMap
dCWx4pVtHUvdT/c0Or9900Fg37/qAegEcifbCzz/5zct9VtfZz85LW3HTCI3Kgd1FB4eF9w62psG
Rjj+N2Cgd2qirpuotbqbUUIB3NmwEGguGueVSWz3Bctui6pzqcv0zi9c8buMpX/6pEAfaxq4CRz9
3n+zzpwpg/fGCq8sLpTFTLFWiVwXIhNkqeUBZf2vn4Tx87u75mNRV5J5DOPqfZBdUoKXxJxxJ83X
qHWVb9E/kCMNPa81ODIRIa7rPc+MGzmU8oVJzmJsrCxQF9mZstzLZFhW+wWGoj0EhXTz6w/4T/eE
nfIt0Zhn9943TscOAqUgb321+BTdupN/MhLNOhGRWGeMhvTfwTg/rU0X5J23ASiHJQq7+Md3XmK5
QNE/Lyf0aPZrBwkkD2dZs0yVoBv/9bf7p4uBGxE0Sezez0ne/oKtayKD+aRIbrnLa+jjkFnochxd
0CX9+mI/PWq+mY9xo6Ejr2I7e1cXVYVmiC7W55MbOzSWSYaPG6YEKV3iry9kvmNPmb7LdrkWDw5f
jmyf9ZP8zfeztNJMucKbqCDatLvT6eGGSPO7nvAPRP3dlchHkBA7YQ6eArkrOhLPakNZrsdgI9Ul
zQpwAm2iWYo6A27G4rXtQddcoCxQL2unE5FJey7R++4nE9i/r+HqVv92I34LkMOjkXMNX7b3pVBW
IyfwkJifzAUpzkSu7xVkkGyf6PO/rrq4FGvAJiUZSO+nZClYhGY/Kibkre5aTJ1zvj+5S8GWdEaG
F7X6LX64nl5/q4FsjjUs5nj1EeI5KPXePaV6qSxDto59cqWyv5IlNp5aOw6e3gAR1yNXfiOXEucD
pczfHADm+yVic2VMul2LK5tw198ih/62ROwy7jOcRHBiQjRRLfCcfZe4oBmapWUim4r9z/DhCnsz
Np3R3QRJwxtotUl2MPsZagxuJvNFHypQxKVY8RpJkDWNxdDy57dBc1u5XQ5h2sjuvH7Wan7TlDmH
QEuKHODSt5p7J++WJ+xaOe40DoP93LeGOI24THQhA3p150wKaKyLC3C/AuAoDjM5JqvD+WQW146u
Fe0G6X91z/wtv2ndXsNfJHPviB/Vln3jMbYBxUbKoHsw7M/A0noddZ4zBLhhtOLcFyiOcU0mxWnT
YOJPA71kJ6hhRgRvxBlgdRm4RtXhIAmPB/vWR1Qt1pLXDe8MibgLzDmjNL5gWVcAimvQyLAYESsY
Cp88vRtnxZ8Zqy3N0W2AKPfoYAjyIBqRrqiWCz9d8BT6Xnwihgd5Ccq1rpGCdy2tSwdtXd2hISiw
N6Bxn1sVFEfitdVFqKVK70gpKptzkcixv++sjgdiCkK8t41RieLSLDrnRTv0htwZuqsuhW7658R1
m+LiCaP7ojqdb4FywFm+Wm492NetNFYoaip5zDCk+It8defVgem7fBAG/pnbwszt87hy40E0kDAQ
ztsXaucKaHwbcBCQq35JAcL9asaJabRifiMmxLHxGZFCfZQqH7QPqsm4tCwWTi38TrCfDtPS6szb
ehqd/mJkGiYuBcslvaNfhehlzB6MddTj9nEcW5wANzA/tGgRNUwr11zjqRYIaacaMwc3NL0p8842
dk7TMYUbhfWaMsbspmlLMC1fDN2yV0QB4LNCTEZ7m2Bt0D4YtdOW0NUcFhj5Ba55o2UtZ8NbHQBm
z+qD9wXUkLoNuBkcZpigMUCIL0HbGvUt6Jf4DlanuvsOwTnlwIexUlSOdm46r1mcpjEGAd0kDt9f
K9dkb9FXcsbkIaF8rXFaaAHnydA1lJFmB9BesHmzt9nGW9dhFUl/JbGkpcN9NbsVM7fybvg8Z2gG
dyoDh/8+msGp+TV2rLWQSGxqO7/x7NfKyFcktgWeZ+xK+wMDEwT+7fjz3AGQMQW78s6OxzwiLPRM
5ZhIFHp3VaHFW/aV0Jg0lLPNjbXR71q7PDCT7L6rJR/E0MFOdqI0u0u9GFJ9wrPT0tCSeE5RXPyG
4MxrR5VoPvO8tplbx9n81deYZGxzX5r2/WwIUOB0pjYmSN6YvIrzmDEAHiUpcAVrxWaaU/AG95b3
kcK86LF5wT5XWGGJYwDCnDheKrB5rXSwimk70Pq5BJSEPlUvPpBEbmN5oesKqA2EvPcByJZhzKfv
J/7/zEl/OyflrflbzfKzhj2r669d0//IDTHe/tZfg1KU6v5K/mccahkUMVSmf5n1e3+YYDDIyN9m
oW8z1L8GpcEfSLwt6O5gQrRuHofuX4NSC+l7gCEDXR0kfX7zvxqU/swVCXBz14kFpmFYI5LePG3/
doRaMCsrAsr0q1rXmlQOUFRdbQPFNkZSaCixLWwLrtFsjaLd4ZJhoEoUvfVVqRIybbVkNXOmubuG
dWUHDQKXfPmoltK2cUaiutow0/8MmTp5rBQ0UBy4nY8jjN5rdHj9HSZ7WrzLmpzAyybVPJw6+WE0
uioQey1PCZPu8/rKy6HHVcq5L9ve+qxNiLKumEZhE2e7Zn8ec1R7j1YRD965W+QCERy74wHaaGUN
X/K34a3ZKWZj2EggttgtM1qbpejmjdXqVpR61vBCBujErGlA3n1dWBnERtmS4bcreLYf4I5UbmSZ
WKZuRRlnj0Y6yzBh/rVEbZYDr2JHAOkWJcEH1x7MY+f16d5U+ZeSunybedkqT5cZgcXA+vvczB5m
OHN3bs4E88D/Yl0jlYor1Lgw/3qSOeFF4KC67Q3tVWE9Gvp6Xk2QrD0OChSDW0nrr6IRGtwGoFI6
24U282LopXM9BsyjjH7wjOMQBJKufwnip6XyvQ9itRVt+9n0j23cW9om74RTrl7I7MxeG+fPI6S0
rWaZ2IURjcc9ECNsD1Wf3KApMc3yGIQP1ZStlU3MbHiep6t+6BM/0hKRbr3MXS6yTuxM38cJ05nC
QJ7Yt6BFZj+RooPLzwbwCHdKO5b5zp/j+GDjx/ksFgua9tJpy0NQeqUd9snkZQcb38/yKYMwUz+i
w8UvYjtwxiptOyF97Lo9s5FZ745wT+sKA9fSyYxXjODahCeHK53jlMG26qAuwSS+WZx42io9rrcu
TiBHsOuLn8Yu1jV4+hVFM+VR5iC7syH4wBMN+pCao/PDctGsLOwcE3XqEo9I2HxixDXvoYAOVTnm
MRnaa2f283CZFjx7m9UPU5JNWOyhL8cnr6h3NZXpo6al9wqPirDlMrtkUX1YjfMLWQPYMnlZvIvH
+QNoeneUyDm2yLvys6w0/Sgcu9j1sTRPATE5YUE5u+2g54QVJr2YqJXNbvIbhHflvBx1yatpuqX5
GMzmp7rHk1UaiRfmaa9Fdp+PO6xR+x4zLzz/qco+t1QTpzazkyvJZAIb1ErfIsDbMz6LOlsMGNMJ
7o+GprbS6iiRWqDhi5mnUZKmXx3YjugfUJIyfQhdqUMKttvCjzAJQeEyzMm5dnA3BYIVe2jtH/pM
60KDkJCQMUOMK21u3PHp86vcmWGpxQD9RwgeZAKUiNd9XBB3Hi/bQYoR31QOSOyRcIiQEi9/54O0
ykvhZ+fFiKlLBx1h//KQuf2+0bvg5CXTBXs5KJxYXfn6vE2QJLaJm0b+aD92Uu79WV3naIORmQxq
14qy344xw7Qktp9ci7H9hBscnsLl19KGJ27Wk7sB7hk+ZBoJdtIwoqCHN4uCiE0w869tgVtOXikm
SX5ghKSy2Pc6quttpdqa4eg4sbYEgVo8D3dP3YPPZRoMB78t/1w8gnko8oOTy3Z5GlomZiq28ps0
6HM4oUQF8VYY90kq78e822JLvfGXpr5RGKG9lutuVgyxB8Mr77QrIUz7kpnSPTWiTyMeGCWNEsGL
J9NnXesoZ0z1Le0rLIq9jhYlk2WI/oW8VAaXp2HOrG3Htn6PMedqPOYGxyL3LrHb3jMG13dsE1hq
5trkRV3h9h/ZV4aNOXrxGAqrz29yc8AjrC/6vc6D2umNHJhoOenFUiq4bpUOu0HrscmsXtBvmBEj
udtZVbsaB4hQ5cIL8QS7YGbF7oIJYjzo+Q4dqMXHwz06tTM0Qymng4wjVRhYRuX9Q1kX7s6slvjD
VEzXQpNtpIw+f4TW8uighApLbXztluDZTRAjYwTAOh4Ehgwlcmhz2sH3PjZuvg/MHHsiHCVuTCOR
+8lv/6wxU9rikdYd9N58ELFXsIALJhlVWo5Xjpz0m9SwLkMgzmWXPrmFiQQFZZre2HPITrt1teAT
ZqaMXm0nKta9VGj+nd9Z+y7L1UXx6KpQjCQ0s436n4o4MZ5Lx3c3reXxqmn4LpNjgyPXuB1lcaI7
7nfOKM0r4jT8kFSLjLF5gFVmMZf+vlTDckyb/tCL/DRmcbGHKp1FSaAJRpUa5nVFGS1x4IX+hA4l
xGra/tPWeF4oGjT/Zsbw9z6tVja/18pr5MLY504jloq5k34WyrWjyRzOKpOcCVP5aNjjoUbwHYwL
B2seBFuz7T+M4KAy86o/R1UfAn9+xgu/3I58H4gDTRERR5ddjTO6pbYydjaiPTNKMIm7UWgrEGLF
GDwOdGFXTuYku1mz5rAbEusFD19xAT0q6lBjOCu2fsHONFZWfZdoY4fMu4UJiTwiEhiPHOYGIqdh
GGJXD2I4mwhjYHmYNC+Djm7W0h5TbVqPZ9R2jRuEmu/cTLpnPkHWqG/1RIxqY8+ljS58XvLhUuea
fwy6YjlBjH20lS4+EwWsJYe4ghuxc7wJfYFVGmRD23aDdIlz1tyOffBnpY13RuplEebz/aVz6rup
1jQaSO2+mtPhtiBvbLWl2g3KbU54NHz0O9IWoayeTA3yC8DliNFZKT+xvdqHyZjj13wx2i08qPZo
4QC6zZsx3btw8UlNEkVUFTZfthtfVsvfLX5i2nUCW+lJ4IqBiVvnf3MHvBQGxvihk1rla+N78wdv
wou0GPwXq3BEhMGK9wShM9toGJtGppfmD6iLdPgUgKeBh8OXZalmo+z1JeKB5SHaeJQNzL95r/l4
CR3Mtvp/7J3ZbuTYuaVfpV+ABc4D0OiLYMwRitA85A0hKZUcNmdyk9x8+v4ol32q6qDtY+DcHKAN
G3AiB0kRDHL/61/rW9nPuhUfSte8+yAohxerw3vMJv6Ci9+BL84j28tqg3Rc2toJQ3Frr2hOyU/d
PFekPSREya6Mbwwz3/ciEiEpRZzxMqjuMUc0ZA79RN4BovD3s+c2L9oc7KteTY8UhthbI0iDNAwI
vZ/BsPxshP/J3TnfNlgWsTVH8inNjJNbWsGuDlq1hkefbiL29DeEl4GQmoRkEsdEfoEqaeK0oMsZ
BGRzzoxuXuV9p86FDTh6rIyJiHnzCeveCOWUpwSw68F44AbZYRiTVk7VQj8mMFXLGF8FBmgeXp1W
vjWsLk9EspwtwNz0WR9bSxFDy31MDbayHorEMj4QVNwPOy0BLcx9HIA3BHGJbL5B9xJbM+BmObNh
4wA8HD05ayRd9HVpmdeIQQUf91i2oIkI860LTh5hAnMpTkIw0uiSpxaPxFYUQ/wQaBxEjRsOWmFB
Dq4N5oNrjj9ZY7m7zmg+EFGaVcHObCOJu2BQqUCqTk6w4kG54507Opndr4BHwGitqoy4m/wx9HYf
mnMNSB1409rJq2jV0iYF67kCuPTNuq4h3/lGvrcwG6ySNhuOpT5uota6ZElmYRVy211eu/4pTQqs
hD07JwFSW83JNh+a9p4yQnunGx8yTzg04YnYZEX0hPJUrHKw2pFmW2vCYdSMO+3KH7KIBa4qN15D
+WfJtVeAKFixXDPCSivrMLUHoJpTwy2FdAsmymHVNUAyZpH8GIP+TMdLsNV9XmbCnU9TBQSBcg7c
QWlxGt1UrTPDx0g3cTzE30YaPfZqnot5dagq+z7AYLIjiP+Zl/IJZw2UHxciYMGsYvYOERK8kNAQ
+nVtK2CftdPeaO00kEnSzGcWb3TP5EXxNPUdIgohJHJ0ms2CqiWwW+EPSViqrsysQl0r5qeiqXFF
4dUK0ypKf4rWWBuTN9/NGDg3U+6uKFeAnjT50ZNn5OcmkfaltYM+lE35iwMw+aCk2xjZXIWJJkze
0gG7Y5fQFSqLp9bO0nVuy3jb2GWwsekb4ODtOyulZTmNFNxg1CiKLXC35uL60YfetVRfi8ndge6c
7hqFHTLoXCNUucfJx6iDq15nl3JS8mLqVVhUzRjOXbvoJrq6AKM+aoZPlYNbWVBJBpbwgTee2fz+
rJg5QHW8mf78HtfuzjM6eWbUVbwYAnfNfIh8MWxwpu3y5JfmN+BY3U6HKJjV+0a0t01qQUNJuEUm
jR9iYNC3dc2Ii6HO2gG+2pmVY6BYZScy9TxEM/2oC/+JkA59nen8PnnyM5IxrFbB9VNZd7K/8aro
qRrmnpRSGf/Q6GnBTUs8N53nEK//eQ78V1IF6zYIqp3gAbmC/QMBinTZSit142zb9V02ckLTukwP
eznD5hBktC8igkxMXPoWMMXg47WfZh4LWcSPy9OgwX5QJ1vl+92h5Qr+odrky4JIAmJ5VKvEMjsI
jza4GeKAxVteZbTGp6lRXHhs0c4wVVbOIa9qvTWQr/JuxFq5H7SpARrtil2WanEb1iYJ6bASLH7N
0cCqhwDKoFM3T6P0c8TOZDhwshaHwEvKnR2U9pZSl/g06tLdtqV8VC3oETp9rwGdHrdlqhm/nLST
pzlJ3SM8nXZvkvCAtxmprTPa7aNdqqUqzXxnjs9u4Iwy5Mf6dZ7jgVhbFZ8tVLtQ4mK/QTYGtDJP
086i0WMNrrfaDuC6tj2bjXVLkjyySnxf8LXXMd5BcNHs7NKup2dKQn7CVQdVS2IxrjNrYxJzuLpY
hWkKVR9gjYJVYXoYd3NeMQ62N6WkELvN1AFmL9bFcbhgweNo0SWYUUXwA75gum58D+9nkWDMrZ2S
o1A7r0fBP98FI5Iig5Y7ceRj8t/STErH+2SG7FGybQKO6cDZ8eAVJW7tvBi2S9Pohju64q13yk1O
8j5L6isDlX8vM83eMQ6julhT9jaIIFhy1rq44XHNk2hkYrioLjhRhOyvapGRmo88ZyVFEWrI3kSE
zObkqU4n3J2n+07YRti2dUY7faefetH0x66yfjUz7CmsWKtlvjDn9GJwd99MxMNvs5a3sRKklwMB
Ny7Px1DDWbZygfSuBZ7u02hnt6mJwVFUxU3ses+VH3Q7ztgN1eFc/sD3t6Wh7+IRzSPvHeYZJ1EL
roV/CvMm5sf+a65q3IT9jULDX7WA82c4CigNzFqmRaEBUc3V2Cf8eIRBiYCG+Iu5Kzt6tE+oSN+Q
1HU4uKjjyCc1lAvCRZc990jHaIFNDR+Dl33AwDj4dnNLLH460CljrhkjT9yin2nxLaEhTRvGLa5k
lP6wH+DT82nQLySNzB09LUgpMw9edF+c28a9yrSDn8nNPLgihNRSBgw7c/nS2BrSyTiO/tZEZ+be
eW+qWPETwXkV7sj05Y9h3DIS9ppOmyvpX1SBtRGl4zGBigK8tfygZiu4y2KNN9J3ds3YJGtch/MT
ropbbw7IadWGSfBJ3/adAwW6pd0s5LCsAQHwFHxFL3ssouTLN5pLN5sn4bvvlmGijL/3BqT43v/V
DoRMdT9Vm9KAj98VwbrJytDI6mw9N8Ovum9FmGviR9JoyaZZ5P+u1kJhVhXCio9eMmdBvC5L9IDE
mDm6ZBGd29ltm3CDDjvZuhNWX5viGwliXuNcD083Bsk9DgzmQ6Na/hBPckzvsHL0utmU3VS266T3
2O27pxpqF5HS0M0m9jeTyOUWJQcXTi4dYmiG1/CEVo08s1VudzaArWBFTAKued6wBOGu1tPMYrQO
QaSkSfD1cirvHzXbLbpt4eP43LaaoKPCYs1WnahJ4FNYNKZMt5kdGA2kBV4jJ6rRHYjU62dJDOaj
E5MnetiPQYdq8beV83+3Zr/7qi7vxVf3v5d/+JPDBfe5pP8/f/4l2cPfv+6igP/pF5uyT3t1J79a
df/VyZy/+rfY4vIn/6u/+XvT7b9U49nx/nM1vutS/lvX6Z+DS99/7+96PBEkHVsGOjj9U4th8D/0
eCJIUAi4ePFX/C7EW/zfv2c09d9IJuEuDExMja7n+P+O8I7I/5e9ORY3CiINsDaWFeBg4hv5o7sB
SbhxBO04hyKD/ejFkByI6fPZgBkNh7kn2943DixTMjM8iAzi7PZqWOiglA6ppxnOGQdSOAko58KF
VBAYiuWiiLAgoeSBolQahodatLMJQiuV8ylKPSX5bNTmxiKIcxN4kEr4LrnJqYTKnMs3RBKEFdvq
JgUh0yYWYOgMm8Y98QwPKhuZbX8cWQou5IlvVqWHw+VIeRFbOAoPyzPfJvwXWNn1uxXAJsclSjwb
Es5BYRrmhp/YnKn3uarRTB+MaJZEKzllGZwRcVr+HGIrdrdj4HG61YcoTjeFjCfaFESiOW+JHigK
Jkn598mp6i0W8KuRM+1425geLHwvJhd6mQMt8beVUEZ8T4WXi8+DnhKKaOJC527aoV2t4bxbzsGw
lz8Zg7LwXqdW1JDjiTOuYsA1zspVCXeuiHZUCuFGn5KpEAKjEacQMNxI98gslfFHAcX7Oniq2lRQ
HFCJPdXUKzQj/3WWU69xVxynDWtnCIPuvO751bKBJ16eNcPF49jYhUKPrX2Oz4FzuFmRAo2G1za/
w1Kd74q2WLBsJHP9YFu3AzVLA463U8upoLGbmqiqMLlgaN5YUdBXhZoKorvBVdMTDzPxqi+luR6d
eqFF/IU2GOF8aeWU3eOkmVak9Js1jS90gEHxOPSAjN4grPHgYVO5Tr22PKT0LR3tKN9jOcnvkzwT
d8OEHR6/K1VytKkCPB1dDgDlYQrUI/CLoaVwIeg+nIVYUUChWU9MygcRu8VGH/vihG+uA8xqI4TO
ac6JGFRGoxnJLp6q4NOFCpgzFLbZ7UCk5j0eePxyCFD6JVA+D4g+M7QjnBf+ltJL/a5d2GUjPMtn
y8wfM60231z4TnEIHukzNV3j2SXWurZHy97ySLcPMeMtQvUEtsYav6KIwqMZBXETUHerYKnG/Tsy
3yabWSsbyWivRD2eBjtxrrno8q01zBZDUhxV+5aF9IEQjnsDLNF4m0zpXwyvhN1ojnDlMwG3wwbR
LklNPXak7K7W6FR7YRUWHXpqupBeYbcV185dXSfGBQpQ9tqUSfbGO5rvpklaJ1nN+V6WZX0Rs51/
1nHvRmHUxh4lK9Z8SyHqwGCDyZKUijGsotr3OFX0LJw1DelcA+Z746vWugtoWwPzyEdin09thITv
p+mxZPi8SoSJ89Ba6QtWCsANlhr1m1oMKSUTonmUQo4PaerWR5JS5UYDSPyGqpk9t4Pbn3qngv+P
YJ0d9dmbafcrkuIW33J0qOeJtu1Zj/HmBP62bQbnlzO0zQ5jkXqZMsgfCJKHUtQFkKLohvgRiCWZ
6PDmlzVWGR/MoKaVRldImxaHU1v+lOWIVUCU+V7H8bYqHSYmAxL8rk1Lb2sm+gS/2W0+YJfJk05/
2Da3KWFyS3u8yypGz0T4al+10rrDmqte6SufP0kRDne8INGV9jR6VjxlhIM9Fms+Jz2VcVMGjNLO
dtQ9uageshJPdYrJgredT4sGYj7wRP0TEF+/m2HfdQj3urWZ3MkGk9P2tzCQSxOFUi3o4SGBE+OY
v2YYixrsmkhyKTPMIDo8wr0ZbpKouK3RCy9mZcavIM/z3ewEzRZkFzYEaB36jZsKWsjoSrhobNDu
1DRQZGx0ihRnZeS7IJ+ueSNrWIR8ULGIx/Z6RugtKKjtObhixTnWFWMFiYA05MUob2SDXONZ3GpQ
PclfYjwwG9t4cBVLrlDvNdoRG1d9kn+bmBc1n04w2WXZnsbo5oONIcu1jAKaSWA4birzR8bYfMg7
B4ennaaPRpt197HXexf8VwhawL4wJynRPHUlrTuT480UKdTae11JVrWGMd7nKXVhLOQ671yOo/oJ
wypTIUYhZ1+WznjU4mLYRZ0xXIa+tY6ArZbMTdM8j47T3U5LeZYCabmz0im548lWv7lL05bfl94v
heGHhUcPHoBA2U8UiGyhqaCn9fV2rHx5UlPnrD2DQi+tWrq9gqXmyzcEjV96lw/v9MwbOelGsqWw
/TR8GondPEdLbVhFX8HBd5YuMWepFSttPEhdMDQvfly67sau4uLDimN/Vy6lZHKpJxv8UoMnNreH
hO4yCheg4yiT5xuKWp9felsPrhkdOTdiaT6TfodAXGn9TdTjNclsgWade0yTQylffBDvK/O7Rq2D
Sg3Ze2lXq+POP89L45puyVyuApnyuA6WSrZ87LXHJHHctyatuPV8d7chFdHjxk27dhkxqHfrdYre
2Gdal5Q9KrclYCr0XioKwJZyOO+7Jw5bEJ1xZqCRxTWSKpwqz38XWMS3emq9k0KpbrS4dB78pYPO
0CfrPPaBzW1QmbcY2Cjeicqb5Q0kfWMZu7mX4aDKdCF8mzfS77NDbFbWqk1KABqxaT15SyvetPTj
NU3l7LTv0jwcuhv8gCaRrZRqmcqqieMuLXvwcT/7pKV6z+jreS3HIXgwHIwBZdOZlLq2xqPzXdxX
0JlyK77r/Mxhotlv6fjDulmFo26d/e8CQHfpAmx0ZFLbnY5Bb/obPF/NVyJTygM1hRwcLY2CLKDq
sINSQYOs6m7rOa9vhaqbPSBQcz+BIA6Bx2jh+F1WGBmt98JZwHycrCBTpCnhBPqFJt+KpeswEvUr
lY7UOGfBnWUCX+Pn03vOHaPf7c3vysSszxJIPfQout+Vihj324iHdjN/pnVbNOxj6V80KWJ0Kh5v
ChmJS5Mm3WLpa4w4m27pIClO8rvOkQWYl62t75pHHAnyYkFmZPBtn0sdfDe5WIoho6UjkudduR2W
3kjUTrXVUsPbm8CMrt7SOwR4jKrJpV6azBmidkMTpaQunE2ygDrtGZDDD04eGyFXNuG87yZL6lRp
tfT0iuPr0JEaZNy6d9s2WY2zNR5cXZEpBAbE5wSzMBdH4CFtzgkKpDB3Aib1DQYYDtMTJ9US/J0+
Pgx6Hj/posqfbJMzoI1pwA5ZNzXXWvTBaRYup5XYiQ7Qm/GSxMAA8DtUPMGQjKNDKgfUGiKN2THr
sVmwUjNSyREzqPbMfnSGWr83iAoc7dgFII6eowGGJk6tlhIWNrhE1q0bRFJ1odLXQAdN47CPG6pK
y3HexBz8X2dU7sx2H+Ol2FTScIq/3+CntI+F8Iwf9DKY6Bx5HjYRlgbqbkmYzINJqaJHBdCYWOtm
KVOtrfm9TSBwe7QPL3WrlPW463ypYO0aNjRVTy2rbml2KAD3T4wIJ3qSik2exU+8LdaWXgY7ZFKV
ayvncKPlKYSx1Lrp6IE1lkLYaaAaNl5KYsVSF1svxbEIV+wCCuQBPFL1CtdeeWRzbbGD87dJTPks
i4dromzz2fpupvUnSmr1pa7WIO8UzkuFbSQos52XWtuKfltvKbqdl8pbpZkTwiPGhCLwd8FSjAtz
RoT1UpYLwF+8a523IUMfPcIDcPe1FqkjArZ+kyyFu0NM9e68lPBqHXW8ae0Rf+z6OcTdTk+vLYG5
VH18KZcW30Bk6uro/HAZFb/p3BfMCXXbIwbitPjD1Hr7N+v0HwkQfzVUg80wMV6wu4Nf4TMf/nkw
TCLkg1T66SErOsY6bQKV31LGCNcXAOaDrZfNZ81ZquSRDfnqn3/xv0QJFmaH6eqmueSjIMEsnJA/
TqW4udiEzHV6MCbKEeasBQCW5snVF4G4/+df6i9BguVLAfTkf8v0+58DgiluKBdQAl+qNmEi8xmh
ir5UcfX1z7/ON+73jw715QthiAcGZAImcd3lBf+Dw01USuFG8eIDjZtqS5DHPrjyu6gg7W+bVhCX
GIKEzbiyi/fai5moxxm+nAaJZqkSSfju/vm39J/f4sVtB+nEYzeBaekvsz+Ft37SM2XgIKY5Sl8Y
y1a28CTsPMAvr8dJ+znJgffZoBjj+2v/dytDMGDaqqt+9X/Wgr71nf8Qiv4H6UcWog8pnP839eZh
YXH9r/C9pYOx/JOl8/e/+ruE5Pm/UVrAdO9SN7l8Vv+hIPnWb0sIgWQFw8vffucfOtJvpo7cRFDC
on/V+YOh0wILBqXG8cg9kq6EI/bv6EpOsFw7f7raPUcnh+Hxb/LZou/hz1c7hw5RthDV9xN0ixFn
m7DGEG012CVlU285CpDfLuPMvwtSC7aCSTDvMtLIth7yxGcTYkk4E1Fqvbhdom4r1ywf8KFHP/h8
TZxacALR1zI7+xqUSoTcajinVBuqNWfCirLOCV4kgvSUdWyV2GWfYVAlF2FUbCFz5LcjQa+8wb+Y
LnWV2AcNHEtuwsQ2ZGwYC0ro2eEpeyuIzV0TI6OYj3si5+9poFOyIbXVRgqvH29ByanHSszkMPDE
QhxT7o2ptVFNSD2yDpL823GcfTgjU6qXbDeb4Q1osoc+XUT9F1+FabllUUl1joQ5gJu+SdGQ3Fxt
vuEtU1S6SGpuj+0z1UZnn+Lo8mja04tfKW/43gGicesyhpCUmNPo5+w6qHLCGLuXetYIZUDZ6l6g
JoDTHXVxHwgQIjR/JNdRRuUjOMDq2neIw6epmWIKg6Wps5lJPFjaeZEbUagbDYtgcBz+HcK1oiqg
5oWkCBOnkA4NclrZ2eQhG83wNmPfv41y6IQrRgjdWOPtsct1kI/V1mNqAP/mHaa6qK8sVYJbh+de
ckahdvYdr992ICd0xjTS7OYkGc+JDMztlAzMi4wI1YNhNP6dZnO1ZIKFO0qMsy8MAPBFxHk5qoR9
IHdoHTkaQFOSXnUVnJW0h9ku1Mb1MuNod+PI2ltIe00wwaHPW6O1x5aGtSWG13xAAWveWlmZL7Wu
bCIoc+PQhxHjrDW0wt+0fdK7mJVUcDfV8Ei5rwcPJpI2lsp5ijfB1LLXdgaw2LBL2ODnmmOue4w9
7+zq/RDTZHCua8uLOc7oMWNqVqb7yANsC8xamWqXRlI7m9GCYR1Nr6BOZfIxWXQcwftD4ggyn/FY
y3tkYkecE2sKbikrMKwV9RTuU2ko+ybpNH2MKZjCucpOGHGXxYPRzhbalkIRoVcmG2u10ngh2r1y
0sp/a4aKoa0Hr4Qx0LUi3h9tHFZYymUzbnzPR6IkYGTKfVS1Wn/s3Vrqh7xpVPpi1l2Ak5P/LM5c
U38FUKI9AB3vKFOOaCovhlM69N1L0hQXFJT4zKI+DT4zR8sGQiMEb2ztiDDqYcwFgvdEhC3dpjNe
A33uZ1wX9DDoSKGr3mLp2Mzx+Jz2Jj6gIKluuixpEPL6+0waCfie2lxYMybVN4Jr6Jm2qtjd8/HW
MAtZ0a5qW6glzDJFHfKspgU7M5u1KybI573ZxT/pYcHYowhryNUgTblWpEhPYICyA4oABqGgJAzk
n/usiw4ZHKMw8KvpSARMbjyYcRu7x/sCTnU3arb2E2fqpoGnxemYlIxPFwvtSCjNNQpEp6aHfu7i
NQ7RHSOl82y0LT49KSURGFldR1+/x4VqAvGZedu6ANadjRYx5Gxy/NqNt1HZhV3mlCe9rLuvTHkX
faZYljPFuJ/GJn8oyVtfM8JnIbL4zOO9w/slIwvgK8G8EXz0znbnS9r4aodnpg8TqiO2ysBYuCR1
kJvRHNK2rWpm7PmtYim7OCOu2KJu+lHQUm4m9DNaVbsDl9JuM1fTb9qWwk5qqSCndtVHwN12x2rN
36SRirYVhnoGUKcLl53ufqbTE9rXoHFWTyl/zpe2E2AsVWp2a2TxFGONKtcmkgnelap9GbNm3OtF
3D9lsu25MEZtF7fTL5Z0+U4lmdr07Wg8DoYZ/cA4BitxiqBMuBkgI0x1pn6QbjWKvVXQ4VmSxd8G
QbskeOIq3QGsso9+BACa7lLvToLm3lGuW7Ej7wgGO3bBVeHOHrvqBv15EAwCG79J+/uga6LnoHH4
yDoFuaQKRxleiuYDk2MlMCWl4rXGpLY1GNtWUUppTdH1wa6ah/qthrr4ErQxjb20H4UVrv5L6ZvV
iR6ldl9YhX9n8RsUAU3atfPjZy9ulubxoJFbpkb3Qn+UQXRg6oVxdKYsPgei8KkVK50mzPuU3IMw
LdYWjZvOqNCFAitNi/dgGtYF9g4bzyJBT9PqhaxAd93Oqz3BojMGlM6aBGlcas99rXcvXHElJmw5
1ifdau/dKKvuprnXLxYIr7XfL0fbnMvAHrf6ZHZYXxNwMiZz/4AIhOnfy76szi6+JGsFPFDWwubq
oxGfhu2qY0mDBfwk1Thr+M/GE2Xsw30SCP/n5Mt4UwfMsE1k/tAC+StNy/iVaQIZT0Gk7GznCTaw
dsNnSoSmRe/OYHCfm1UTPcWtvZus7EfkSgx3jbObK4xhdAINoZWqV4C8ATykylx7XvveFACEBks/
UG0gNq1h1l/wcYaVyLRqDW4k2w+mLCtMZMrGIR8Zt3nnthvRjeKuNNxLGffluZhbuSkY9PG/wCnu
gY23I1hro5gvseqjTV2Apc4S6vHWC0QQBMpsQQm2hnzvYW9aLxUlzYqJtz8Kp1kOM5iAehu7Ff4q
a5NAxHg3hXjUTLdaW0TIfyQmeYUq9b2v1mjv5WD8ihBZkEgbZEPvrcwNfY1WTyMCgsQxUNF8rnX8
jJ7VvFUx2tgcyONYioh7Z11vBrjIREQHa59NqjiQvzk4S6Qyc42ndFQCj3EDTom+gq0Bk2Bn4oNj
TQ7JaMjrY9VPD/acdKDLABPkA+T0JJt/9pw/Q3oJq4fIp6cyBbIMd7yg9wjc5rBx8E6sVNkV20kS
g241/zOKzVcDItWb3jjW1cLpiRfUuWuMnuvK+SzMghzFLJEYwGWf6KGoTrIxv7xiZEVh/Ox8geVA
8i2FRtmNe7+OsHLYtb1JGzyiA1T6HScW797QVEwUcMy2yMzTFQBbdNtG1ZEO9zXOjF2a4K5WBDnw
e3KJGn4MyHYy162RGRerzp4mUbv3EeijXU1CF4gsaZ17mbDywgq/8gaXny6uKJ2Y/LPWdO66c+fn
HprzctjEdnGtvD6m6CE4mXWF7yjeNyYrlETTrzDVaEDGOp70FBMBmsrq4kebo7fM3fQ4dvK2Nvpr
TxyA0xpJH3dWfO4h3SolWSAOMg5Vxsfc8XO8K46VOuglhL/OJSU9Z7doSsImJAuUByRfw6Z3a7al
OP3/we/bfvCvjQP/KsbX8Txo/+oaWP7S310DwW96ADYGTNOfBr7A+Y0bIjxT5It/eAZs/TcXIzkq
CuVDCCnLv/N3D4EL5xkYhMcf0H04Cv/erGf9RUcgc49oiXqClReik/NXME9ruFkjmxikoqNjT81z
ip16BoLIxLnj2kw7ceFBQHSq+7RW5WWJ260aH5JgWAYy2xheqj9kvZjVpjUncU04BomVq4F4C7x2
NzEhHvtSGmSU0rpZOz5gDwSRwGZGgVy5VYmTnAbGi7MekzNcVWZ+rtmZ33qV5e8KPUh2kRd5O1uw
vgips6e5Bw1rN6dJeyBX6N7IbvFozV2ihZYkOE+1BMUrKjfdl1SalQy9wsxCJDBO1DyLdpm2+A4p
wruvGtseIU2O00HqH0LM1TvBAv9mFlbEZmDye8Rf5rKRMOFWRJN7HaPJZ05zg1wPl9qaA855ey9a
U/sckXV/eXUaXK2s9A9VVLRf8WRGnMeL2rhNk1ouUP723u7s8ZgJTyfCjiZIkWxmfmV6hcfdgYJI
XsnCiQ1c8hLrZXzqmAI/2a+2bBrqihD23JQHlTavA2t3eokW4GLiD09J3fcPQdBTdUExbfuxkCxf
8RQJFscOjlW22Rmn0jIAouKXYG6AFaxMPWVP5ATCw/dr8NwkpS9ZeY8vPJXxpMky/8jTvt8Hc9pv
DfZvn7Mu83Oqt1dtjp2jaPuaYXqeT1SkDmHpeN3Wo/6UmyquZc7/Spotb2osXvHNE8nhVZL8a4XW
YaKw8pMyvChsq8LlB50C7utGJM9G6mj7zNGT3dRE+SOMquRF9CnKLJ4QTtOKxtZNwWrRIEoAoYTU
jSVAF3IBEnqz5Y20g7mj6EO3xIoJPdomMwfEPCbmF44dTfA5T2qy0sE0/mJ+kIjN04JxKXOi8HWW
lLcpRM6VjZn4HLcVj3KO8yuz9Yubuteys6lZBhvEYiTZwg4blxv7j/g5YnHtsg+L7Y9mGu2anb+D
azjHR10BmtzP9UxqHssoLk6/NC7wCIO7OFJJOPoaTz8KCxM1rN3WuaR5MHxShSMOeksAZcyI/a2H
TnLaL5PpNM/kxUib9+VTUGXRK4WnsXYk29dkm6D0jJ8kiTq5SvRR3g9UNESbQQnjrceogyW0bOSd
IcvmR8tpIAzq0XgXxEUwvKpeLaXMub+nVGmkFtlnF5GaqqNAzmILHTEbsa+NDAt6uw7THcrtB3Zh
nUYvwuhx6LUYDeq49H9knu7dCIeJFU+HCB5nck6kf4irLmUs+ZCvWSRWFIGWxTs4geAJy9EHg2+9
dtGFbgzpqi+nbhVLJsOoyk3kR+VrFmNQDPOWnmHerLJ96z0M4iuSr/XBj6qemtqBTUuPc+q8dFau
cQ7e4XwJWKCnfJ7x8DUhvYn2xod1EWK4ZSc5yI7QSZ2u7STARDn29JFVhnd09A6SrJVkPq8Da/tK
Sm5rhCm8kKpQfTdQWHNvDpqzq1JdTIyzfWRvbK/V30yRBJvZ5o46mHpNJ2hZpBmbzTo/xIpCVuI0
MDWCyurvWz+1eWG9InuhSLFReD57i2wx9qxDFFNvCOx+rH9gDwJdaAOv2Tc6sD/IPKq72l2rfVaO
R1ywM7KBzafiMogDAh2ZZQYtKUp72Gp0CP9wRzV+NXkyvim7NG4sVnfFph87X9FBo9ooDCKrYZMS
RJwZzbpYG6T7jtLrA+YUvX6IRVevEfFHomJtCrlWMHaX3tGGtL8eyhKvEZMnS5GUsVpw26wMu9lN
evHIECN3XcvOJ0XRJvnQwqnkkKJKYo8cqgDQzT9nOKXFZjBoIa0sicmnStAWoHFl10k38kGe7Lxx
y56o51inL7MW445WiFNCf/WVYEdLzANPWk/BneqyazRhTjGDzL0aGZzY2ciZdehMvncNL77ltjix
CBLzgSXOMy7X8r6BWXQvjS4yV3qaRc8jRL5XC94GMRPcOMelF/PZL93FRzzysfLTurzV5VTcQuJm
LR8XFKykwgYRQxwThz4hKhK63LZ55IVTodKLZAgmzuQ1bEG7orhkgc636wpta3Qc61Yd9Bc+6tgH
UYM69wyG2L0S8DVvHKeM0DrnPnqw/dY9ZKkYH3GC+pBCBry11qypa6nFstj1WlMBeFHRJaCR8oHM
qneI+cE/ifbNh1G1zm7qGTunqJl/CKS/Kpwbbd7HRq4wmyoCGSS/N01P464gPTKsZWrMJ7NH+UPt
I0AxZrdNLkHHNqZ1jSqi39xkBWUkc7TkHs2bdqriivoimzpiX1a3MXTg3fJ6PrbVZJyp1sETZWve
LqMV6CrEMGCHN0fC+cGc/Ix6IMrphLd71TYTQHVH7yk7xU1zZ4p25LAdBIfBkN0zh3uKsoz/y955
LEeOpFn3VcZmjzJ3aCxmE0BIBnUkmcwNjKmghUMDT/8fsESnqKmasn9bi26ztk4yggiEw/1+955r
DQe+T/aMeFU1xFsckojtyJGNk+MsAuL/MV54w1P3oyEK7HWpQS0zRk3KOBP6f1Ru3uJTD68Xx5uO
LQ9GxAR9vKE55pOoELpka+jVxmot9Z4a7/iDGMOM4mat3kOt0hBJBpYabr+Yh7SZG5aPpu7skiHN
7shSjh9oyhmDrJP2i87h7lZHe9528bpogrPUk/0yjtaybRpdrx7L2XsPOxp+7xC7cQ2nVfXSF4gJ
Mcaf0XtJtDB7BOHUqju7wc56QI1WBCxtO6NuNJVKnHWbNAjxM1kKBeCbU9Wa+OfKVxx4HxsVBZNn
UKFlxLazqz3b8WNgw6GfRuP9InVS1F2TtwV1Qlr83qoNi3OqzVfcn/VMWNtmJBtPsI9u9sW+lnJi
cLuvoiwR/YlbVm/IlQ4lk+lXNLMX9r7TM8Hv8lM6TPqTB1XgwmmwPgHivqjSmbeUMhZHR7W17/QD
wJ1qerDz5YUF8CuVl69pZ784/dh/BNjKDsKkK3rTWv2L42npwXbc/E7JfDuahXbmwwFo01DIV4IV
+mos1sCovlYZ9iryfPB1+yQ/NEyC7w1rzGafMGCsNnVDrPHi2n2zLRZ9uY8X9jskWEer0Db/HqH+
b0cox6XG4X+fnV1XZff6/dAMEuv6M7+doDBd/yLAxZFCWfmzcND+mJpxVGICRt6FTgjGaqbOeek/
HBQhBP8XED2CiUzD/zhKmeYvTNIon+CIxeQMSO8/GZuZxg+wOUFXhS2ZeBsGQzqX4fv3Y7OabAol
8zNFWDVfPeIKBREgwHGWbyk7mw8OePuSsElE/9OKaL+O9Fzzc+z0n9uQBD7O40Kn0kvEaqLQXJEz
wbJmf1oaHf5EmbgmYcx6Plcky/LnZDHVuWoX8Tk1oola3D5D8GaC6MzrJmgw9olmV+9gNDj6sVXe
MJwIgzbjdYO7YRtDqWLbRBYK/oZNNTQjdh9ZuduQ9jmLfq6TDZ0A9GOn5aIH5CM+oKWDICe1dDSH
CSvlnLryC6NMAhAzZP2d5zLs3uLaJlZj2nFyncM5O2IQcw5a0zfHoSpS4gtJOd0PSkNr6vWg0r3n
kQrRfazlHWOgqFrfFeno58liOSDkSnIbWHzsSWy0a0RZSuJNMuyCvspTDJLQ+iwesSVjdgxCTCwW
lseFTJ1NjpDxQ8/RS0+sE62y7R3t6Kl9NUrH+sQVodGw9dKwuSx2vRxBu7eaeeU0EYph2sgNCH1a
m/eNW8eUq0/6eE01GIMpxD2salKUOwL2xSD90YzjDokNdyDEQDAG9dA7Vxi3AVkvvmT3qmPejjOk
wmHjoXTrw1EWwAYG/HJemtiwlzhSum8wM8epg1rHETMYunxomTDcEQ3Vps/s6uv0q0dK+OuMrjga
N3rZWoV8dMjc7ljwV+ocvDPnfT3mSIKq8IYzreXZySauzoVqsjBG+e/TY0Juztg2eXbPxrrZioTd
Yxhn4207E5cXSZJyWxIcDOY6i+iQkPLkpllF1bqg7ChJsn1WxbcyqaeHzu5NOlC1XA8SDy+dn6su
Orku23LfNLjavp664QGHNYmj3JitYzGJBplyaV8rvc4/6Z1idudlrY1+rFZjthu6xFtpUYTR0Xry
1BpEzE0jytf5QioPZtl/iFNz6HwUYOtO4wpaHMLq6AMSsbiKGBPsAP1o+8FgcunwctfY4uu9XOR0
X1adXHOi7CpNGTpEbNyRHildZFcro4GYFdZ+drl2eRzo3bxJujBlQ9Tl5tl20+XELoxRaiowLPY8
mRoD/owAOtDn0Y0do0wEvWmfQS3TbDFl4Qf2BN6O9oqBU6VhbjOVladeOvU7gH83TKqs+/XOph+p
FQGKAFAZJa+XlAMlD+3Od43awopKKpIrUIuvlZzFbWVl0fuoTkClKxO6/pDlhzYn0DQndrRP0yHb
g1oOafKu28/6CMywthvvMTI18gh0u5ypaH5adHFbGinIHsL452wZLFw6ilN32o7PlqLWcZNm0wia
wdBfCmvGI93Tw4GvJRfGg40DAGN1a3zVHJdJbsfV2GULE86+yz+BM/VgGmGJD7R+Vt4mG2zzsTbG
KSb1P1SfTHeOLgS7I0HwpLE+klSmyRIUD7+j1o742SkDoFFmo1B9j6MAYpBN4HSYhaZb+h0mhr2R
e5gsm7JP9GJ309tEGjsrktzofZdcSS/uL/gzSY1xfS7tpO65rQn46/PZo5PPt7LQO2iU4bkYy5Rz
cpkg0Q9q5swp7DK+83I3OdBYVX5G4PKCXLD12dSg0uztXJkCp7WkKDl96IrGpRkNtEPG3f0oaYEv
cFDOOtZbI/THjpycQKeYJwt6juMoZt+gbjeMIo0PVR6NmyLugWWNknYyWOfWi+WOXmDIenmoUM98
jpPjM4FpvFtGWl3reY3SMTjTJ21CbR90o/saEcLFdKeWbZXHLeBH3XivA6u5XSRy1ECz8t1cWtVO
5vCydEKXV6E2ikd8kkvmY7/M1K6i34yRlxKv4ACbwES7f0hNrerAdcTgraAUbkzMhF9JYopDOZTO
i8GJQAsWbq3twpLjx5SIMVqPKKgsK1Z+d0T2cNzBvtaZ+Pp8Iw0cklJ/B2e2vnJHKz5VXlOzeUPQ
7pTgIDh78fwlmZvu0YJgkvpKD+OgFXPOKUeSTQ8n6kkk1eHHBdtH7wNK/FIUEGawmnmcYvXqGuRL
6muGas70rYz3uaNtMV1712rQrWQDGicOj4atZdexkCpgfpl+YKJKMWib19dO7YJOGmXLQMqOvQfT
m5AKXZzu1RQmJrqlSWNknIjbZqiz5wLP83Pkls0dUd3wqc7C5KrHhbGJSfq8k405b2NRMTDGnbEN
505h0i+pzjD5azE0M1nqjmXO+JA0f//ONAWTpsRsaXXDLeHblkmJq4jFnSI9ZGwd9I1TyUy6I/07
zlcW2uE62aU8061Mg+vYje/NybE21gAUCAgOhCy4NstJJtL+pPP7Nb8Ky+QOBvtIklF4z/OChUKY
Cw96t0TYowO5TXaEAuyzQ0ruwsysoR/baoiRRiFCReCO07lXVbMjesOg89/N8f9pcwyo+C83xzdf
PjavbfadpUz/9Yd+2x0zR8BjRvhwNUUKNrr8vt8ogW8bZ4s9s+0C/Vtxf39sjg2GCQYIQZsZBEjy
FVn+25zBFP9kMwyA6nsPGS2UeMikyTCPTbnFG/t+M5wbvYYEEQ9nxsPeEKOpc7rlLjJMlc7lmWYj
cyavA9g+xua+6hjZKmlYq7jRrjJHXrgoHiVv/5r5nH2LQd0+T2/aSLfKJPqbYqIbDRSiJenfm6ug
0rxpK8Mqs3idm9zoq/SSvakwYHX1bQ053QfBZNx0q1wDrVTtxOAW6EGivOtWWcd7U3jo8sqeQM6N
p7UhpN9Mqxgk1Ei7lYg1oLRu5T1gdiseGr0jGoaQRPc7ktIqLtkUhz+gWTUPa13NDucPKk5Ixbw2
GoyCa3aFE51Z/mDLaWvGJv7fhLjapYfg9Oo4hTrgughJrCzgSxVP8TvbseNnVWT97LOg1IERDfrO
ix12f5aKH6zJTreDMCnO1EQ5nZto5Cmv2ne4lEGCsgGFE2Wyo/SFUS+XsmOkKOT0MZsmhtHGkLEI
aENyVknJ8KasrfYDrWpsARSf4bs8S4sbdxxiDDbxcmoKXLKbmD1/kA+us9JSwcSkoZbc6V6bHrQ8
uoVAkO5ALmaQBS3y3PQaHMRYsZ2Iy/5MA3YC5qqwqUSnuOmRlbHfZYjEfoeMd+uCTjnMGHqvHSXG
MwvifMCUa7ySIq1OgIC6R9ulSZhlUMu2pV5Dm2pieIQFS9L1ggDCLNbRAlpeynutE8ZjN5vdC5TM
/OuMefuiD32yOobK26K1tBsjcSi+QYnjWiHVYqj1WHLd4r3RJMNOunUZlKzV5C8zEN/C0oAbNhMK
e9veEv6Adjx19JYaQ6I2KTcOSSCii58A4zFXUI1Es9AWg8KuCZbM1mR3cV+2g2BK5qmOzohi2RSi
Ar8AYR5kjPk66IN79VZ3AuCzvjEbGfl9KcjfU/Hrx2007SapedN2YPN7rhcYvHlUuwceofmXFGPm
nagZLCdZtNxmZFLqTWqF2ieXiVqxCSMsbBs12sDKmEn2V4z/HeajcXxKOFducGSmwQqMfQ+6Qzw3
UzqdbUyH29hs++vEqZmLVLUa7unzXl4Udi0LK389XdFyHF1oYLZuXXKyHJui/TA4TFJoVEIl52yY
WUZHDGVYyNhLWToMTRRc3ZhSs8BuOydDtSs1JnKuzUM6TcOjDvUJywIP5w2UPOxP7AA45RJCKZ5Y
Rmr2NUQfy0iJLbK/hcOyFtdOLEkikIJET0L03xJaULdFVES3TWzqga1s40POfAUkNhSc5xavJKkO
t58fkdCMyK/LXNsuqYwP7C8LzKYoX5tCc8bQHzRlDbuSGCk9XwbYPo1i1eJGI/fy5EjMsTg/K8yj
plIhK0lCMmgpqs/YNsS6Ry2ma2Nx8O4QoE0yKtsG7Ska2tbbptLyQiSDaKLSQKZIsmmp8E6isIFz
c+vpHl+dfG7asOz9iPNArXa5XTGzvcYy7GJb2xhRgSV9x84kKjw/GmebUeUk+lY8hgAmZvtd5BTY
7Lp1Cgr5kBaT8rTUOrhMv3OBDdaBOejZ+NikU+R+MiPOi5gKnFyM1rsCJrBytm4NCWin9X2Xfp6R
OWRGohjPGw8ulJ9/DeZ/5zNYGfh/JZLdfBn/6/Ba1Nhqmy/fIQp+/cnf/eVv/gHWRFN8ay539F8s
i9ALgQGG/Ss3+D87AbYPqFck9Z11GwHC4D87AX3tVeWfwyBe7efC+Cc7gx8jG0QV+EWcANemavzl
PyQpAJJMxNpp9aUukjg53isoo9HTNxflT/Iv7Gi+M7C/vQgdBgAS+Dt/6pLpqkGraRlZDqQfFTaZ
dqGObnB8kr/d9q9fim3VTy9lclkcyxSOsIx1H/RNMqQqWJHSyFjwyifU1eUJQoIO7kau58CcagsM
zg0w/sUyN6ALq795+Z8uJxAW6oCYVUjJh2b9ELYBDelao40Lk9L3i144zy4xxb/+C9df8W0awF1f
gpCAQ3sNz1X7hzRA02hzL0KpDpYcL5NlPCHKVH6PeIu8prhL/9B8/+STM9wfeoBMXg57C9VKNFCg
E4hVZf3mghqRIgOJFHAgaq9OpOxl7RMNL7DQsRjnAFfNcFSMkCPVCc7EYKY2irkRvo+soUqcnRPn
PD3iIcfgNjtCovNoNq0GDwgQ9pZqw3qblhtdSXrtitjbNGwqjxCSjI96Ou5ZjzuCti5+gaYT+tPc
epD2Z68vAmYYxk2seo7nRCKCXszTE6as5ozuMkYbg10WhzvlFReb9OFzMjsVY/OGhHhUWbdWV2YP
NpbpzWBCkaP2MSKqX8oNy3WIH6BXDLostRv6ZTnyQLkGuTTsjKL4ajr5Q5WYn9Ab7zu8EiiObnGq
xfQhIl3OS6T2ljMa7GLI2UFWL2qfKYs8dikDq03HL4hQ6uik8W09A+ZOPEQ/Uy/6LTsy+2aCsYi7
0A5PemQ8OZoMT2mM25FT5wr5HChD0LzLRPVCMMs0xROroktnQzvuXbaR3oD9uWIePY3hcADFEG5T
2gOvESfxC8I+Cun5urJAaGRbFIFuXh9NkQcmIgWVm1SOd1EOlVIxxxNfdykqwICYwhKvJbpmOTWN
/c4sHe05zobmtqyAQW9dikAulcwQUJukPwgDzxsWZ3opMIbGV3gmm+sqZ1KlY4DcMTTjFikUU8uq
mv10LCVuiF7fDUkunswqc4FGItxqcaL3L30iAB37YpZnSk2jSxKjq5RJJTchMd0gVvZKtkjWQkNy
Imest819vaABFE17DsFwv5Bv7S4mFMUDsCJ5LSfDPhQl9wLTsmTXd+W0LwvjJUb5Qn1PIN2ljjEd
zDbx7gUunb1m4M1eIq266/M50DF9XAO1qPGA1rnYNfinXyrbYp8JTIHd/WQl+8Yz+yuyuDgxl9i+
S7DhhKGB/zLsHEkKPiJGn8VMZ63naYhOZhEqsE3jfT1n75CUOTcMqbY3QTReEXTM6N0cUJl65oG0
wcq9bjAnxQSArx783dGqW3U1V2Jta4is6raYeW5wRzODoT02EvdGqObXljjxWinLaS9KtasusvU9
cQfoUYQqSgzZdCcQjHYCJRSvFmUGNCcP3gQ8TDqvwjqmjkhzwxc360o/dCNvH4XheDWhAjIk7NEw
gLTs2UqHfPeZ1Omm4NAU9pwMrAw9yM7H06LH8rxOO3dhantPFQxJzg1JGdhO/IrN69mTWNeirhMP
CVaVg070A4r5WXPz6DGrBJN4hysNjO+E35oMeZg1m8UEORyOQwZ+jcJWe0mvtVZB1cOtFFAO8pkO
VZDfVAfOGzeMhmPIZH4rNXEPhHDXMR0/pBqghQrrzX7J+LVRaKt3jdQcJtftqAW1aqod7jXjtR2w
11ZkOrbttFN1ZFwsq/b8UmZwVUpnaO96rTaYzwr3mBSjAbQy5qix7rfjGPrYxjLr5SbMsw7eRVjP
7yrp5mcWpIWApkdCVbdemgqrj+652mZEZPIpysT7JeIz2tY+5gGAeQ/9fhNFpLXyQpY3beEe80F/
lxVQNnCu4ykikGw2LoIgA5ggzDT3OgqzLyGeLuwF7dbpdfO1F2b9Me2N4bbmuO5trJzvHkuCfZvM
HDMoYsuPdqE3B0a1WVCNy/i+4qSMFt7wyoIQO6ZYmy8QIMNpHYZo+bPEN41OtZj3tNHYRIsZvcm8
IDtWWbmB+SrutjaJb74n9vS5KGYMB6pE6WpLPyOP/mTFFkYSD14Bh7V8LS+YTJ+aM2ubu9SK9Ytj
nnMjGRXOgmXgyOhqBzKZNqA155MjDRweg8fnrkIrhcLmOpe8neSe7pICS6Q5w5ScKQvKTJh1thcf
4OtUV9XUE/3CpnRrJzI7xFoUfXCtbUGJ+D6fYy7/EE/vJCtXoJtAT7hI+cWgVdi3hATHoXWZ/mgq
e2tTBvTcEQ35MA12fGM39vLclkZAJTmE/bRumpte1h0w1pQ7D5/UASdls6HcQMNFXH0ts1ZnUtBk
O1g07ZHn43gcUmzsnoK4YF9BaGNKGOh52/+6r/h3k/+3m3y57hL/2BWtnLPf+GUrSO1//nvd5F9/
mZJP1fc7/Lcf+2MYvkp3pm0Z3trZxj7/G7kPqzHJaxhlOsNt7MZ/7PINZ9X78IO47M4cZw2K/q73
GfIXg9M0EiEduXR4UDH5O4jtt20bDLdfwWx/so2zftiXCs/j5S12cRaiosfe+PtdnGJSuoxRmZ4b
EHbzq8mkjoo30+nMrYBWU7I6jzzI5kOCqaPQjpUeQ6X1OYeUB9qxxB73yPy5ARCB6iFqy584LC9X
U2k7X/iWOgGihd0s6lDyWGF4uMnycTYfyeEvpEx4csHlbj/ngKR4RM20PlhbGsTT2LsVidY590PV
D9SQ1HZHR8GjUVJl4dvj0IkX6nHyhMyJqQFSa+JKlMUpwYHnT67DI2ZgFkZfdrRY2RSfMcWo2n0k
trGsxQ8YtgXfcriMbEfTknzIpSWdL7cu0lUunhPldEu/L+vB1Qu/FQWdKQm1Y5gOhfoUa22zc1Q9
31l6XuI8nMeUH7VnbflQlzAvrt/uqn+/gH//BbQ5Vfz1F/ClarIfvn7rD/1+wJa/sB3ViU2SwP/N
u/+b2u54vzgY900b6+ib44QT4+9eFOsXoswu7ZE2zwVEd5aBP+T2/59Onp/Ov2+4AggQHBg4Bv94
ZJODrQYhouo4UCdF/q6MrFsD2+TNko//sA3XdHktNB4YBEiTwAh/ONAPrcCR7sry6NArdbMMM+WY
eO2eZq7AGZ7a39UT/hBYWF+PhkAdDxA+H/ZtP6wszVosU7uC1yskPV6jqNkaUO5D8e5EfWvZhSB7
DIKaF7jZ+uWb++BP1rWfDqdrNh9uJ1ZQjGXrIvnd4VRpop2qlo3X0sB+L/KClSeXg3ue5UL5Qrh4
T6Eu/u5P/ukEzqtytQzTphH0Z9ZD12KGGF0H0lwhibKzo/k84CeGwLIWskX/uAISeLPkJuXlGCNx
ePpRVUiFNqELNh77krC6clbw3Rx3mJBcQ/tghIP98teXVf50XR3rTVxAf+LiYp76/rrOrRRLFE7D
oa8mlaGUhpTfLQtDYbLaJm2nMx7UGzcvzaODj/1BDVb5VNa1M5J6ypaSAWrrPFBKpPebZrB6ykPq
uD2zwZ3ez7r7N3eB5fzJ+2VowncfqcLjy/7D+y3BxURp0fUHy8H6dNEKOmiu2ihnnBRVK0VPRXI8
ySqec7yKnSUvfAfnB23tmCeeb9unhAfDEayN9RoZbWNvqFDnXsJ8TLHn4sobAv5FfBqEnhdbaIjy
pqAyoKDiYW297ck5E4VtEvi1s764O0R5eaM1DsW5PYijq1qbpwfQ0pACEvamm6UZKuujOxh04fDY
nIYtmTo9vWqMFT7AKmEHiQvT+ZCKQXummcYLH1SjN9xyYaoMoEDtrCGd6LRoyC/cpROwa4mjYgJZ
5Q3m/VTO47kUMV2xxDJGdsSmSc5wXQgaxtTo6wMtlhrQuDsvU43r4z6uX/pUhy/aCOO4dtehzwxE
ad3CGO4EeSsAAYqaBR8e3CqQN9ar24jp4dfWwmII6xeD0cGDBvXxYnW9GyRLQjujZ+kcjGZveiGJ
yDMc3x/OKIg800NvNvylqIAIP3nLCyLRh0+w3GnP7HEkvOY91/GtsjBsTHnpPT60xVXe06gW69VG
vHxIIuR6BYHR2IERpT7Qm7S43rRDOD38eq/G6IGMaTgyMC/JJrYhaYWaZFr8sfo81O2+HQf6HjVi
8fHJc8KkOGZKU0W3sTmE9dsOmtRzPIzek1uznga4aygXL0DQ2Bt8teZr1bpUYkY1X35sXmdvbryn
mjMPp98y4c4gx0hJE5oBzOKZj9+oq+mux9Q3BoOtc0n5dtcv05QCZogqyrURnRo+JI/umSMhT/gZ
I40VD8loekxeIipP366/OXV4m3vX3MaZ4wQcGBmnqtITN2//pgsJlxR0i7JuLPFB42+9j51uCMbI
83a9armBscjRzN5lIEDaNg3DK5iLovaHduxheE+uRyELxhQDH5ghenoJcM/cdIgutbVxi0yfHrEv
CkwJIZaMYZdjxVqrV1azGA0Z4jjKzhkmNDWNTsq2pSZqP4s+HQMV0ZX4UNelRSCz4gy9KeO+C8/6
4s3w/OikGGZNDdjv2yW5G0FDjc8tlx+BgRbNfasD1NoswL6IoA8YKUSWYIwgFAv161IbYbyd1sBT
WHrzzgPlp2JcnEiYAOrd1Lix3FU8GMYDEtGEFlJNFxsA5FutNR+7Nt+YVmZTyRrL9y2x4QD1w95A
OJR0OcTdwxgrVJoO+teHzswwa8ZGOxo08STT1eBow8F0gQFueoELciOq5cZt+uizalk27SJxTmUS
2ze1KKFH9Is5nxmRFXzgk9ZW+Nki7Ff10n32ULvGoNX6KAm4uT2Yrd0E/sMcWhymjhM+GWXblURD
zHfgyTXsJ+q1lA49Tcht5kFhsB/4hwY3XSPWDvU5A70RS/7HhnV5euAxx72shyVtnrYW8pRemmQP
Nat+sWTnPa39NSlO2LWJ0hqG6WGZ4vBphfve1KasX2aY1zmx/fF1qhi6pcSNr4pKz0C2ivQ5JX20
wBWxjGMoyPsnjkGFce1BRPG8sAx4jFaIs8WW1H8ZtPwZ0U4SzreAqS34YZa2lh+KRtOW4xKbvXs0
CrAboy9rxBejkTjbbd0wPgJQt+wtAdtT7tXhedTq6A6AXnyMXO/ixLF6yrvmdS6mdfVP5BNiRx+k
wE1v0ENY561aJifiGfqHXgsRskjlgEr1RucRCS3jdDOMRwsLxRAQC6ccLJbOlQm4w915pV7eTr0+
9bsF5lkRu3VQTS2j0aHAeUV8QxGtgZIzoAaH5Q3Kqfkxlwb/vuaJ1byzYk8PP3rumFBzreqw2i2U
vuVE3IGqwDfJtDOugZ5LV8CoWPDUvZ8dlxCYWYLfiw1B4R8BdEdSwkMeIGxf6EJgL1J3lns2RuiD
mRz4WBVQhm1CNoTFwsyjBm9GO+OUS90bbZp5LBQo94GW2+1nyuq8MxwclrfMXrhpVM+d0kbCXWsU
1lupj8jsRXFFTBsi5EpB0FnTU5IgT4POu7G72Du3Ix8NTQYe62BBUTxUeKTnTQJtNdrEGRbUzWRE
Hl0rdVIEkZ6x3jcDAJV4BdQMVkQVIOYa94zMqvmpW/HKKQ8TEpog4+5qg5e3LZgce2fmOQ4GI9kb
4WK+LnPKgv+2BDpIbs0WqvF6648ijzGVlC61yfVonse+FwhSFsikptPaz6VBSn8jDZwtPFmV9Uq9
wnTXJhbrdPFWfTsrHH1rU4HDjmE2pL3/9W3J0gIbS/qdnUSoreXPDpmbK5XTTY60Pd11A3vfAich
UKEcSJ5OTrRssXAWJhNjessMXzRe9TLqqo5vdWttQU+Kmr91HBZesmyYXjyYqs5bnhY20ifTrDhS
GcgRVwyO40eTaZ/6rMVCCoZ8fqRP3XqxY8nCOjdEJKFGTgnH8j6lq6yX0WXkjEwNkcjts7kYbsu6
6MjHvNLEqe5j7WvXKABT/ehNG94zu5xEc7wnfSI3BIYHHcFXXicvRgPxYxM1E+px45jU9UZTsl5R
YvP0J1mYSfy+dgH/Ish35WO4fqIp5tvXpV9LuvOWj1GT4Js2nb6IRjAiqSmuyV1wDU8gBLBYcZ3Y
Wj7aRqL1j4R/Mdf6yRhHsfuAYunZPKow8YAjdCP4Obs5o7tEvktddsvRfho7OJOS7QYgYiwJwqRi
ivLPJOhGMOmjPev7QvPYgzh6LE6Z2cQ3RtFBUtDiect/UOZJLZzydKmZYsTqoXJZWbIh1t5Pmpec
tI5py9DGPHpmtziguoOjmWi9yfvxTbS0g1KAChCOd2XObeirwriPXJZ0g/KAnRQRPdiLhM2AveBY
DTiEoi6XD6XJEsOghAh1OkDlpU6823R2kX2lZxob8lCFJHcrAlQdtKGAb+BIr1H5tST4TGfkrTeZ
45H7mo1Br8StB23k1irIjw1YV+x2Lg6InmrL3jh8nOyesBkP0SBVMX2apnlris68Bn5d3vNp81wu
p/zEk69gKpFhJKVHyncLext5+TWMF2xLXKpbMdfRO1qSezRs3bipBlD4vhEJNpCT2udejtA/3BmF
fGDnV251fK9fcXVYJ8OAPZnQuOLRhE7Aj0JY96ClyxeyGnwgZs9XeMd4eYyDohd5xUZbGxgE8gRu
NzNIYlaQeB2A8LxiNezSN2YFnFQDdPt1m+XcpEXMapPYDXfkMqw9ICEOoPZuzsY0wfzF0Ouvj1Hr
qeP7SS06FiF+hAWJBPHjsR9mZ+rxxKsPNWYSNv3ENCB7rhvfv36dn04/LkNaSTGexbHf5OD2/WmN
2vauT6sOAj8hL9LAjiMviiBqvjEnuZZXrEeXt+Xwr1/3p6M/r4uNkagOJ1OTk+L3r8uRPMcCPdWH
Kc3t106jG7Zop3zajU7M+lUV5fxgA6RhpcDIkvxqTv1fNc2fJv28uqdzKuYLzptYvZLfDqbJlKKe
SLs6UJKHAQ7up37BqkZ5mNOy2uMd479F3XAsWXfeukl6b/N2Af5V7P5WsSNQ8M298rNkzsM2/q/g
NfuxSdt4+8HfPbL2LygpuGMxC1oc3SUf8bce2fWjFTpeju+tMcjpKHYI2nynBPIPt+Xvqp31i2dI
gaAugAbhjPlnCTLn+1tstXGswFYELB2Z0HzT+7+9xZCdagBRjn5e2ExHyz5pV84QKSmxKeb2WuOs
DXSIXQLQG6ofNvBflxdNz20m54k8tEOtnUPe+3ZWWrGL2D0wJ13a6yoqD4Sj+5OrRieAEGpfVX2p
PaqSkFVVRgxnE3dNPBX244DZjEcZZIFNTy/rXtaq2hTrY94mjbTh98mdTnQT4vcQGiR48a3xvjG9
W9EhS+Jrmz3zSfegH8QqvB8XdTu1oB25jmt8TR5UW4NJZJvrO7l9kibTwj7zAjYXn3ssJkGf1q1f
DE3qN0Y5X1NSAIGDto1pEEjkFFKqvNW2YZrK3SyWZY+JMKLNV99rpVU+e/OQbts6SwIKxLdUFNw2
GYwnVnP6GPTO2OVO4fo1YAH4YeyeZEFkhCtlBl3peoe57ZMHioKroJByOdSZ7vljNa8xk3o4kEq6
bWby8IrWTh5ktA0R6bYBAtXgnBjKBFFCyGbEiAdKMm9PWeJcx5IzF4eMB08U47aDZeIV/aE211k9
pPnNjB2DrFQkAj0Ue42Ik08p1RONDLM/EDzakvjogo40CYAlMECNpdnsVvqPRYsRZZpwglC7cVWz
Y/MNkmbV4uw0MHo7yHVlACuF6kYUro2y7IMXeqeOwb3vZjrmjiXUnmYjqTYctS3iH4RhjJ6OLN2E
H6BRM3DUqzi9AFfA3izdAbYWHQVMNy3gHdoctJMwaf4AEm+5bHx6m9gZwbutJ9MP9VSbV4p+sbkM
aRW0DBX0MAAoNI32LNEOA0Z4MDlWyyxVl6q1n9xpOaf66Gwi4kI7rUzEFlkw3jt18bpY6YdUdeY+
rUDxjXg4qPxMtZPSvS8m0PygGzwr4J5Yh68be+SWcJvoHjYGY/SIoK9O/zrI/84fXLn4ZpuLjeys
IyKY/DCbCwTRpr2atOzjMpvTduJYtU0T5lNWCZ5yWeg0I+NG42GZKmh/tXmIFyJQJvUbPscXFWSy
ea+1HSYhZwoD9tq0TlWz2jNsN7cV9T07Oy2aXWik7xoMb9doZcXOcD9GXitOU+Qo36pt7ZKbEngA
tEMzcPIkeSgGoJNlawvSWJD+wMs0FxzebsBY4v+xd17LcSNpt32V8wJQwCSQwC1QKEdW0VOUbhAU
JcJ7j6c/C6T0j6R2M/c9FxMd3bTFQuZn9l47vV3YT2zadjm1+LW3ePRGOuvI2i4paiUTiJBfTGBO
Ol1RAZo0i68ivfXBYUQwYYDaR52BCEEm1kGD7+bFoT3sdT0kRWPQL1pF7TcKe7kHYIu8ijZRm7pI
pGeFzkisKWAy1VxRVWaiPoDBITpG0Sye3HrZdlElPafHh4nFqLhLFWOGBt+rR61rAcU53NKxNypp
5FsV+d5Tl1seaXepb9Dfb/lR+0uJ2IoPVC4LutMd+URnRaRfYpbcKM7XKMAa1W7PKGYjF17PamnN
vSRZBmet+gow0MZTVZrHVfYP76y7I13sQNKAdbSBEawm8pV8V/ujapR+BErHXcbM2ghGXIiInBd8
bLcx5stA668zshhcNYk10I/Kt1ws8zZrcN918jIe+fhWFjvKevgDcCS2MlQaj96j2sxrrRhJw3Y1
ET/XJWav0F7uWuQte7kOR7KUleJo951HoTX7elzCzSHKwVNDqznNutz2uf7s1GunAa8c/39r3gV6
FHq5dPx+JvWDRw3DV/1taDMaigXqg9kkiEAyTJsYKdNtkumDT0gAVWuXVhsUBfaeLv6qzPTPltVe
JqEgwN2cHu0RKpnEjepls2FBRIqLe8cZPsK+HDeM2r9ZEezVIVhBeGF2r2v9hRRdc65s/RiXqM/M
ssxOmbQwbTTXWcS4JTAi2wvq+rVpCI+NHRjv5tKXOyEQ4Afouv167LLLmQhSQu4bGzkfrrwMdV5r
RJ/Bwzr3syBlJSu0i8VCwDDoc73t7GzYTDbfsViW+5o6/procPJzuYQYF0xuOqIBIZok2za9abpq
bt5VKFUYO9YxQMb2EDYotbFIKzQ+pP6xUFE3UV5bn7J0ehqDvt/LmfTPXifKMsyiba93424qJmVL
5rMJUGpwrrqMKXUo8UgIsf7gBIXX9FodU15wtrcl8aY+G6jtVMeMw5HLHbRI+dg7JB7W2HkNTJ2c
hX1/sIel4ayJG6wAAaTTaYqPhM+iRFQ45QADoaMDPEQPrOPpXgxzG8rRINAPhh3UGm0XyuTjOMQm
gjT7fu7ai5YJO7Hg4auhVPKYFVmwVWQGO7QC9GeWknQJkatHu6I9KIkAZgBYBluoLsRG2TNWhS9M
ZYruQeB+RewW2krtFNBIaQMrbGt4X8ZH+qCcAO6EyWySuTXvvtwmGrhxCFCQkZ6uDxkDHrM1YOCV
8aB5srL04MHox8JAYDbPDRhM32xLTu8UaRzEPawnemDeGiKXVvOpJO17KY6NMbTS8ZKS3sB0iySj
TQbyXjVL0/y7EP/2X9nPiHH524X4FaiysvhlHf7+KT/UKPAXWBXCZyMVw6CApUT+UVjrgqLboHfC
mQYEc/Wl/ViHWx90Fhp8HrtcamedNfaPwlr74DjA8jgbkQFTeDv/ixrF0H/boFItr10xQGhVB85A
Gf9r75a2/ZKOvRNfJ6ljJA4piyvsrglT68oJKiFuhFU37Q7NKATcIHCgT7g8UhZZeEAMpjNVjcb7
Gvv2Os9NO+M2ggydTR9NLqBU9Sykx241FOk+XMiZvu6yWv2aq9Wocii3oBu8RotspHK9VkKdLnlA
7GFXOiL086hOjnlSaK8GQ04EkG1tf1HW9nXCwHGUqajdErYnDx4yYMzBwS5cIJIZMOhA58Ql1DXD
6iG8sq4DU5tVjekuhlAepKp8scmzYJaI6JhAcolFnSwlgoKTyykV8UEykv88AmLwqWCpY5vCim4b
sEi4bstpvkaKHDgbUDh54xsVv7Fr90tn+y22nw1DdfhfQboFtLNmjozWlxgFzUPLFZ2cTX1SNiQt
yqu4UZl1zdARwARbM5AkBuQsSpzJgXikdjE58WbHUoG/xPwUzGWBic0ZCLOagvCOjilwXEophmgz
P/4htoLoYhmn6Yn5jWbuLDGph7AwBt9BCFTga0vw48vOIj1VQtn4ODdT44XYiVvPlkN+VNpCZYlj
YnTmoF5sgilG2XMWr7Qu4trgO0niqJdNYrZt85Zh+qnDxo6qtuGd5enpkE8Q0eHNA7whaFdlQAnq
I3qVDbVeFMbpvo1Fvx1Dw9qYddzDqojkTb0I1gFFlIYbfe7KGyD3zREvOcLGvNZuFNMZSabJGegK
yc3eNKb1dQQksqF96s+0jAsd1VzmESfy7Njati6U6hIPfTKf1KJXZXVEZDjaFSqqorU55JOc8xoX
MD4pkdZReViAOAsX5vscFi6J7QBD+7xlMB2ktBAu8X22jctdI999k3OCGzd9G65B8Nog75gOkx8j
lcmpHpmbS+TqJdSCOXLwcDRqxL6WbkS2G4vkGnx6FOrM2oGsf81r2GVekslUupk9w+kZ8Iq1SHqn
8twqdnw5FGQxWkExPut5ZMHNYx3oz4yj58MUgoikltYL6MaZpUb7mZKm3NOvZ5rbEWIFgQOxdLcn
Q0huizCOr1HyUuRH9QAetsQrxpMd2DJgDzoTFdwkq3a4CqphuFywjtYbXQEVX0b8NTfVsCI91EJp
FjdBpxZes26MQbbmfS5P05KPZ7LI1B1pID09qxHiyNSEMniJRCWRKTImSa3Mhu0QBBm4Vk21mk2e
2eOTjqlz11FpIr9WW/ZaXbLcOL3yoixOwTMFrWXyaOtn89yVRksRXUd5tw37uXyaYE0K15776H5Z
wErvRFA1xY5/yWoDOR2ERk6i+Q7zwVQedJNKx4szEJi7TI30Ee0/YQZGWTWv+McfzJ6ROATZdrkb
Un2o9mMaaSWr/nna2JWiXRhtq54WyBc3ohh5HgPhJLmfhJxmZs+4NJ3rZLdMhn1MFNhrmMKVabqc
tBGxiNEWy4bvhDPMDlo/08KANSF/q3IbVkuy0Rdh3Cg46PA29FG2sZxEvygtot4NO1EcX4krSjUR
Tdo9zsZ4oxoZuPUuFWHypall8pyonfJgNNnwqVWnofGbUgieNTENG+a3hp9rltIdmBoIDxdy0vpw
OcLmgg8QxLMrFWNKU7eqOXQte2FQCfbFRI03C2lWtFlzJqgu6cBwGFvoyU2rCVkuD7T/St3QLAR4
VtH8lmbeC6BGVQ9BAqvpvTZjnxjG5aPgLYwVqJ2o8J1C1feWPcoby4y1TdgF86bTI9wY8FxUv1g6
3UcND5sUofN0WwStOGe5joAlbxA4ncamLE8w9K1kZ9el8VR301MIb8txO0DghErHQWazV1Y7ljuA
MfpTTlTxeZm19pZReNJ4oBim8Eab2PDQCIlsXmZ45OTn4csViPWDYw2Q1D4LO9W2/44r/6t6ymQJ
/HfjyutvRbGydJ6L+PmXqur9E3+IDAXGO93W0BGi2AUpRY32vaqy1Q+mRnahQwGFvPYNEPyjqtKp
qpCJqZQ6GlY7k4Lre1VlIE0kHwbxoa2h0VkJVb9pev9O4/u+T/hl3yCFWE2BCKDwn1m/q7aynFMq
r1SGJLJI5w21DW9xM1vRRAFADt9huGJ4ADqafDt2Vu24iMqaA0oFTd0uNfpfL8pUxWGc1mXmJmKQ
pLjM0vtN47xUMOWvRsuaL/IZ6rmIkeYAuUeWyWXbEqxKUsZmsTLmWIrBJt+n+a3o3SOG836TRMtO
gWT32LQztyxLprPGKoPN7LI8BOBb16AkGfmNo1aJz91Vw7dkp7hXawD1G21S5fOSGBYeAVRc3CKW
YZHXWBFEzHAv2PRRsY/lEn9TNC18GaHLniY+58mcy6Tf4P8Wl1GewSnXZIuMRRKCTEqlGep+SQjM
NfKx7GIADHAVl1F3GsaWQWuQkFSmBiJzy26YfCo9uncZJoNHmC4AFdC8aL6sNdYlZ0mK8EAlSMI0
HuyGlxnvCMvZfl0pQgsm5A4ZI8OcOvR1h1dexEIjycbJrzvFsLadteQ3ZA2X10lvN1dRYCPXwpNe
HDGQclfbS+ClY0QSKiuRzlvBt1BlQ9WfpQUXgJhjYtoLU/2IKKS77Evx1Jphd6fhqrB3dhM4WAaU
JGQHhklsVzS98Thlqb5FEWbv8ipMJm8gCvKE+wpbmaGmXl6SY2WaQ3uLhdpOfHI/2NKt+zpuxsIX
uXYrh+t83ei1I2BRCp9r0a9hxdQGxhlYaf9JW7eBDaDaq4FMDc9hXai0dueZbxvEiF2isW4VUeEF
LPmT4gbXvzjhzPiI0snaYPdJN/O6mSzWHeW8bistxcz3IwtMtdQ6L4VrcEtstnpFIp7cBOvGM7TK
XZoYtp8L5iNRr5ab4G1L6qwL04RUuS3O7/TVGccXLXCULfcVe9ZoXbnyJkchsq5h23Uhu2QOLBsc
ncCEdMEU0bwpebd5DPsucFtFbm7X1gbR1dOSA71a1qVvtK5/zXURPK4r4bBnOaz1yEuydWFMixUe
qnWJbGZVdWK57Ryl3ZJWvy6bG64FL3tbQA8175u3rfS0LqirGetej0hnk7ztryuLAbG9LrXndb0N
5JXsUWrvfGbxbQfZFG+xhY4MqkxtESzIk/d1OQi1dXk+K+ja7nQkF+OdybXKit2sKToeNbhdia+a
SXxhNaq8IdUsiD5OYmH13GtJRs6fs4rnyBSa+f5DfMZEq390ULSpboYobfAapkz4GUmHMp8wehXJ
YVzdBG5WLggRp0RdRLFrSqUZ7oY4FuNdh+cOlUIYKuiyUgRLyac07ZqlID8qLSRAArPVvbmynGUz
tPrEydbHYfgp1+Iw85JIowwm2DTn7clqQPWnedFo6rR4Wud040zUNyMsCnD27l0a7ufOFp/6shi7
F5k6xH+jdCKnYXCzviuPcVcgwnSLgK5ywliYK3vwvTFDeerRLrgv0t6ixqxpej29IyaEBwtsyL83
9X9zU+N115hV/LUV4O4t0e2Pi8Xvn/ifxSJDPs0yMcn/gEz+mH+o4oPKVWvwZAmp/+zGEWwPBXol
21gx/ob8afyhf0DnzkWN4JtNvoYA+3+5qI11vPHTRY1EmWtfVbmjqRhYf64L/Z881Y7KNC8IauVC
gF++YVKDAI4J+CHPltSXFfhrFfHArZFZww6W1OJrpKmQUWwjukrL8R68ck5TQJWs1Z3Nlk8dTJcN
XOHhx8WLCdIEVHB4G1YG9rKO/HDRZJ4QxePYp9ejTlALQGjbU1Kd58Ti8KfOhbaWrz48kVJl1yLT
77oCVEpV6St0O8zPYhzae8YWhGfhG9rMfZN9VRXmArbxQGn7alRd7cqgv5mdubtN8Lbu6hGUswt4
Jb+Nk6U/stHCqCojzIsT+ByQgAsnWgYiZx4techDkNNJspBNz5W17dqeWJC0XCzUYap6bizyQd1R
kC8wTBN+fjnVBplhKkCaVTnkq5UgP8mszUu1sff0W7eVii3e6BztBODxogimfJNMDqmmNoV+GuEH
rWs72Ha4FjzeMKUPBh4dHgQ3F4ehhwe28fhj5RcLKs+tNBXJbAiKYkCegNsLWW0nHSb4fiqAAVAX
EFmWZstdbRLpM87RI3l0+sOYm9ZhEnL4VGglqJ62djbqbJTBuWpmQDZZiaGSqgt3snoxFIGx3BWN
kWJDikmsVl7SbNI4BsusVxburjZhTFCAGvXY9whSxuCXIQyiU71FGm7Du3ZUhUF1zfnV4KQedzl1
3l6XJjykvACewtRBXk150d0qslOJh4mVPOpce2mNAeFEbF7KtCH/QCNjyVfShXg69nkkpyS9SM/K
zBhH2Sj5NLETp7VcJ7/l90Fw+j4X5gutU+LqfWYsg6JbJ8jrNLl5nyw7bRmvg+aGBKpkvAm6NCc0
u7RleGXIBWHuFlmL2i87sVRNd+u8E1PGN3yKMswrSwXYTgZZRQ+pAIl4/o5dSd8pLGNczDBZWAEA
aNFWVkvJUvxmfAO4zG8wF1b0iJPSlfHC4Iq1udKv6Jd4pcBEb0AY/Q0Og+RqIp17RcYUTk0AWVjT
UcPCuy2yCPIVJwnriyStosfgHT+TzLrmgYZVr5ZhtFBFv8FqekY+YPm7oqAAhmZTrlybeMGx4LFz
ggP9Br5BOw2eOV5xOEifjM/1ysjJVlpOvXJzrJWg0w1V5aHtA6vDD8BoQG1XryrUnWnl78QricfC
FvPIdAM8j6xXVI94w/bQxTTAFWD5RCvVx64kgB/zDfYTdnB/NEXrFlddaUDdGxgoeYMEaW/+ZRVy
UL8yhOqVJiTBCkXaYF45yRDeB2/MoTf8UL2SiP69EP+bCxHT2iqr+usL8TYqv377f4c2ey6+/tK6
vn/ij9ZV+0BSLio0g1ZUf5fTfL8QJdY5zB8sJn8Y5/7TuPIZeKqs/4Brvjeugi8HT25lPq9bgv/h
LnwPL/3pLoQvAvxGFWzc0dsg3cGD9/NdWCOBbHKHVAuFwTzjnqi8c1I0xD7S7dyPdfNpzIfhBGIO
+3RfPWWhqRzUUZ6JksloU5Yo3VTEn904Q16wGlYf0Y2GAOOzOqG0x1+39IpxaDRSrgQR2ttkJm7a
buW5yobU1SftOkHT+uwY+ckasxMtzi7oqmDTNSZRLZzdLmEHtosC87VX+/jMqhevuazQ4xRl7aqK
vbiTqXNhqMtF6ajXltayKW/G53WE5Jopi0Qxrydd/NpmCQ0rQ0pflvZZGmQaQvDyyOd4ddLiNGoD
cVcmTPW43wo9PYF4vRbJfMFis/KaRHEZ2j/TVpOfReS72aF3H7QXfOFP9dxuywxNRZNHxsegFvu4
sS3seJxoZbuS+xT7rHXGUzpkz1JFNKSG463apKf1FehoCzcY0V+TqlC8Fl3N1siIUTNyVDH9ulUd
xuE+NMZbu5gsz0YxcSAs64WW2NmteXRhCL0ZPsJhybAcKWPLC6OqnjDjox71ujel+Cui+XasxFNk
pMdwyp6bOnkmSvOMiJ2JvSVaX/ALjSJ+Lbv5WnBobmej20InJX9HpEcEHlBNuog9s46pRi95ofSI
HDzWnJ1LoRX5cep0HjL98qKraFBCZX0to/y51xCeq6tRuKNFwIJEtpngA5R6uR5b9brTAZRFywUR
ZPibB/WikmSjDGn0amA+9k0tPqXpdMEYxdxDGrTgyvEblmJ+hCMIg6GzMtbphrJJW77RENsJ0xOx
XDZmcizn5bER5LpF5nSfE3g5zQXxvVEDsqKMnwt8RX6mT+DglotBD2M6miY+p7V8iif1C7f4lQPe
BDc0+iqSkhazb/b1NNwvNeG1cYUUqTH2Ictf1jQ2mpqO4qrvlwurnCN/BOAGCk8z8DXxTiBXsGMx
lRtu1aqPRai9OMbYuflEZksH0VmTw33d9Pdiyl5zFhkeqF/Q3vl0bwRaBBylq7YM+yHMWkrkaTjO
vLfXXSusM/vDp7Iuki2M93NlCrnt1s/j93SjCRXCaFhPsWzmvYUv06VnOle6Un0GVOh4sHDmTaME
w41h8bbLpjDw0ICRjEkgyZ51xXCsS3M4tDAKD9OgwIzAyuezpc5J2ajmLU634cjqjoRUJTNeOq39
PA+NdanZabWycMoYRVmDvD/ZOHltkGy8jM+BJHrVhd6WoeMXdfGYFsFjPqFe3iyidVY1Mlu/KDgT
avKZmBliOacMLRL932LEm6qbG78WU4R8G4ksSpepgbVddolryfpMRvJ1UVJSMuJ/LBUYNi3qB7h4
5jPuvOalKDBHFuyp/MxCOijnxK0Wx9rmcd6zkSqDawRRQD4K3v5Lor+UIKzcts7ZOg1sOCdd2xqS
goKfYvUQ8TasAwZzE0JXtNuy3006b7o5lU9SsYg6qcdDMDSvythcCCt9jyD/SzHubwtdTnEHIBXL
YR59NM+/i3Fj4ikxdaXlXrB/RbRWd+s26RybNXsLzXrX3f7ld/uDn5rv5nChGSbWY83+XViNVr8v
rBk0QbimVINeOeoZjYBlcKD/dJn+icH4jxLndWSL8YH+gl26+tuiepSSjMugKvd6lz47K89nPY4T
bUTbh4mxPPBP6vuY/i9/u19Vp9DDVrSbzc1v2BpkCLm+1j91h6FROJFN3cqgwoxQZAz3OHoyTzHE
flTMbEXNHLMMvVPL6fb3v67BWPznzvT9ezurqZrJNHba9fX46XsjmR6XZLaLfZs3xiYpc/t6Diy6
wFa9oMdL96ozvYztNGzTkQSDZGh5bqHXA/ycXyIWj2GxXPQhUnqEMXvHyTHukOKh2+PFaHF82xbT
zJQda10mJ5K4t7k53E55+KiaEeGlkzj3rLU98sScHRl31acQN7SHdHve/P1v+idvIbKNUBfTg6um
/rsCQc9iB5uaQIert1tRYlBwlmsSRut/eEXXFIw/vKJIh9kZICHmrfTbK+qMGjt/e32vOpk4MFu8
nrUY6gbTerdg2bYhTvPUhVp+kw3zNe1YfoPGCc74Er7WA+fyWqokhAa7mj5dhAogeWfs7xXHOhvN
sCNqjowIDFSs1KFM15POQsok9zoP9Wq1QILAVpv2tkinx6nh2u/1WByRF+eoobryAoPqaxCjGC3S
7C1jr9xNSvIalMujjTll6Ri9TYwRotncR1ERe2FOcrIBXxStXObp/XIt59pwdZ2vjQH1c2Oi7pQa
Ndbf/8H+5IQxINBB1gNtoCMa+fWduUilrIViFPtl1N7KiYmTzax0y4Xiu//770WF/Ye/mcmUiL+W
lPiT1//+01PQ6HMsMzEXezMdbuGAHfPynw7Mtyfp17oXFgyedbH+/x8t9hg70y5TVfAqzlBt23jS
PREsL+tJj6hs3nVNcEx1sXcU/TwGTuTLIjsqU/CxTZIvNqATV0eUjQotMfbAQLlkHU6nas5PbEBe
F2uEUB4gfcgMi805eji3V5f2MostH0n5g83GwbWQfB3EjFAZn9YIAxZPD/uWaqs3DIYIaNJ3/cQS
R9XjV7PgLVjH6WmYUth/7NltK6FA1ZjpmjABC4bTHnvP27LQIx8h/HvW6V+eiuJPnlj+Fg6gSs5h
kJj6r3+UQq8Adc15sdcyGoUhymMvBpzs6qSrnrSIVyCm3EKTbZ+Zt1SMtBqiIbT8ir3+o42iwmdv
gQokWEaWtVrJzkh9GpPK2Ngq05V0sM5BL9G9BuY5YlW2wdKneFU5IpZP5kciPl6WVnVjGd9NBtUh
6Ykg/ZSJuEf1caYQc6sgqnZGRiJWNd6GptW7CdpiZH4cfK01jCgDCBXIg4xkX3N5dKpmeFfM/eWL
9CcPCXfG+j8WinRvv71GY1hjRhiHYj/axYYSZ3LlyI8jWHkFVfgPfxGQln98TmxuYY416Av2H57J
Whgze5G+2Dd6W/iaha/ADpJjwE3laPx9gPCggJppkEAody6DsydG9icrpQDsy8ByywKYY4xEGbEQ
YF3sqZ1bzPaXNtUuFXLWMwf1deSsFvqiNDZG1b7kyXI7ZWwh5XoZ8zYLjfQ5GNcqddS9ZFFPdQ/M
bip1j3LVH7rE3nb8Sd/aSyQ/xiY2+UBntQ4rHZ9RjcO2CvrOzZYuOkw4S9+aoKAgpHzsUhj//Xgf
dzSSNqtQb6lp9cxlvG864jLmdWxqDPd6ql3XSoyNjWpNQ4oSrxvY9R+UnH8DooM3ZNWDryZu2l8f
o3Yyz6Uc7y00CNgkU4XnCUpAVlMtqUFygrthb2TFRzcsUurE5BHrgvrSMacXYCebsecFZuh2ipnN
Aj2gFBeZeEqi4XaEI+IZpUmqKvKqITkueb2q63iAuy470hTv8oCbJQ4H3pg8HdbYnTLN/BzBez6m
mnkeCF0x9Gb21sZoWh3hIwC8CyDz56wTTzrehn+4j60/ebypdUzTwU/GO+r34Fs0zkmtC5Z7rZxf
kOvftir33kCbFZg81mv99dZqlwxzt51Dpff2zBdRt53HdnTB2L8UbHjIdSvI3MTBYg+NITHrhrUH
g7fwnamf95nWKjRoKWr5UMQ+5LnwpVYy51Q1kBAXfO5+t2BeLjjLPWZzZ13hjEm6+XEwKLfUxmDy
psa9N4VgzjObyjqkMeQ+jIiDJ7GNMlsm/X03cIJicLklsbNDep+dhr6/FSbmxDKzJj9uIJbW43KB
S/w+CXIYJZqyIOGaX6yW4PCm6m4l3QHDfes8cInQZPb3BgSRtZrv5I/79V8v2z942QwQYLwX/3rC
do845Fvbfvv283jt+2d9H6/Z2gcLyw6zsve10ffRmqOSAWHiIFtFI1T0q2Dk+3DNsD4wVgO3LHQ6
mLeN0v+pQsQHVlCrCtfhSP1fE6WF/EMBqgPxIS5MpQiFA/d7ASrnBmfuaBYHhVwBrdoNJC8ng0/k
zKjD+1cxmmk4WMfLTgfnmLc151ZLBJgMA7mvcxHzAAZt7uu0fecWGvD9lKqpb8VqsQlDC6zs2KDy
Cq3piY1AXSMfMI1nJyy0g16pUGkdc4S+EQrqEfm1L6ruMBhtuDPjItxgO6s9LUgjjwTdfjeDyXIB
VgsgGM7Ubs2IlKGssFFSJMjuRFXbz0XT5oee1cNWja1t3wI+UTs64iGJwyutwTZczDF+iIgAAGzZ
go0+u9ryKdL6eqcPynIE4cmzjk/b+oIMsYrcKWdaiMIrDE9lM3cPadLZZFss6m0/NvqmyOTN0GvO
SU1wTdk5bEh8wyAsjBTCruyHTRrTageJ2uwadh37MYbcwMDgpqxKeWhARGyJuAFiB+TuqpDOMSzS
jVlO6TU4VbzUAVlGTKhsP0Op6fbAgu+aNXxqrIXqsS8XRHRO7aFvF2UfKIt2FGmkHCmDKh+gNspK
hHablszqU21FqGhqW1mj7mgTCAUTPu5GYpOD3NxhT8hxC5KISS243FSD3p4kAZYus7t7a8qnl5n1
tt+OCYJgmbY3S4pmBnR9trVAQW2UappvRZzIL30wAeafP5Pf2e60ykj2/YDnj/Vq8DjYcbllxWB9
RdKazhSJenIKEX1wXlZkTk1Tl/t2jmskjmx731pNs4UggfBEXcNzTFNf93NgJubG+WI3xfgajrOz
XVajlVcHeeHz3KAR59zHrJJUDxHShAfEq/OzQrdHX7WY6kkp4RHbyuqpQPkdubETVX4V2q2L7wG+
8ZLax0C1iitDG8oTVuKHaFKo4uiz6z0pqenNVNbK0UbKfKXnDd79OrYm5soCFV+sKbnc9wowxW2D
+ZAgOVZjqbf003hECbhNCh1R4DI1xjYSle3pRGziTSn1fD/3NlqdxSE2k+JJJaNNxx5mjKx8cd+H
Eg4Knv5JX/JrRaGJRpnhRqRDnxpLfy6zWgaXtZFN0UWlZR8tontv89LcBYqtKYc27kWg7zKMZIh7
B2csnBfwMjXj9GBeWEdN7XXb63b+QtMeLJeEt7mF3fUPZjUZ1ySrRE3vY4O6F0HLLdr0mk+ur3Mc
S6nnrhO0AJArFMG31aTkCbyBeQj3lWBd+KBnoyB02US01AGssGQJ5aY17VZB8J4Qb8ZByeueD9Wy
DayE5t8HU61+WiJMR56KP+ZMvDfIdDZ5et34rTlrNwXL2uBrEjDYM+PFcTnh2DkJhQa6L+9455op
ER15T20NICr1pmE1+qudk3whSG1W9nYxqOXBLDPSa2F6Ewj3jlYKpgi56BjmK+IG6leqMQNyS3XW
QoxBnTq4RT1O10UnxddZoBvZMfxFmkuzK4vNQDgZxZSGNcEvzJRvuYBUQXY+qRAx8APkkFsyylZ1
rOIdZ99qSE9RILtEsiCnhSubGJQhTlFeAUXRSwuiWh0Z3UWajaa6KSHmw1CbZAies7CuYMlOW1MQ
4qyq2UDmtclr7FlaMN9DENQv2Iy3jZsS5q56S+6MjDMN61Q4oj6kscNzP5nBxkwzsqr03pC7XtOj
HbBie1eSyXZd6NnlErIhchvNLAmFWaHdWMy25diJyM2ELVfJbYxBtC961L+JpR9t2exMhQBunlUW
uVpoxX4TloayBY2p3skMIZ+lo6PygHMprqUUBaN+cszsQVLBWPXwyUwCfXZ1w7mY4RC5Wd1om3QS
Ic1vt7TusvTYQvN2mV/quf7CHdWcV0bedpSrhnmI2cjqaq3ehYsWbMGS2Q/YtNsbgY6Wy6HIwOfK
9qrsbFgcyqweBzgcLwuiEIZa2qaVbDE4OoN9zpd6SqUWbwAD2Z8GDdYubCe9IvS+ni7kIpcTDant
hjUROtU4J58j1J5HcvmGM1yvbacUgtWEigivMyKsKclAumAyB8s1Ix4EjaxJ2qyoHhZZdofZGvqd
1hR4pcGXYnLQEKotLaL1ESnAlSRSKtk0k25fxAZHvIOHZkMEO+nEfP+7yRGmq2tx5IaYS68RTuMC
ZAvmi8RBAsYvsK1atjyk3omIo3ERT4ZRww8ZTKd6hnTanVATaN8G1jVbs0OhTX6ntrfa2vhIhl2F
PrEMNxUQ8i3gsQqqUpedU3WsH3uew1PfdM21iRr2kqlp4S0RUNk0muIdUozhnMKx9sClWnty1D7X
togvZ+I4Pwbk652DQHP4Iq1FJZAviCNtnM9lbqjndkJa78U8+ddmIqcdOtvmmaEZSlQr3RisLW6Y
dk6kDOS2dcid1sGuse5rUId8GduQyOApV7FVluohUsOPdDeWpxU5vPMCq7WizAarxBRHo6pBbSkC
0oMgn52IFpovDKWFt8TtD+gF1PtGsNCi4dS6B5CznY1NGhKRK8BkOcpIXMEwWYg1GKF6C+K3ePW6
MzbJ10muq6aWFvLVVBLnDJuHuhm6DQkI5rM+2dQUIkrAIKkJJ0HTpHDwccDOkbwzmsQG+gInjfjZ
+9Yi7/XmrWj9t77/x/qeVfXf1/fTc/trbf/2GT+0ZMYHU+URw2NGKts7o/n/tGRU8YauS2pkZGMU
+D/X9wBR+E+6xW4dMCoSr+/Lc938QO4bY/7/z96ZLbmtnF32VfoF4EjMwC1JcGaNUk03iJJKwgwk
kJgST9+LOse/Jf32abuvfeNwuFxikQQSmfvbe236A/9EW/wHA3QTh9qvKgzSi+sw0/fhXwqWP+s6
T/hJrSR+YYw0KcDaI3L2PBqOT3G9/hrMVnmzmEYbpQZMhRkN88GfgouCovfijXn7KBuQE6JTx4Ek
FxVq11WuGYyDjm0v3o1Nnt6x7TDeAcqQg/Ma0e6dIGbQyA4tUXe0pWqbxTYr2BoYdWn6h8XsAuuG
yadoPquytUDHYR9q7B3IBOyugcRTCpaZVAb9pUU49pWziuMid7YLPZY+mNCp69rPZVD3eDD9uirN
I2Fwj4I3Kw77yE+Fo7Zp6Vjy2DvcaEQoqDvj0DBzeMG7gzpkHv1GW0+OThQbp4WxGRE3J57xQVs+
hbdYlF0aCgo03vwTWwRjuBLyirHdgCFs3vM6Dj4SL2cftlhqVi19VY0YGXqr62MNMYS+t54/Qe0K
RKZTIOzlSggIeWTm5sIaTpRDbUdKM8ZoaRimbIIm31OlDOGxzujEKGu73+fGHBB2D9xXPeK+Dewk
pWUue0zKkmj4POSX1qqbfW5NT3mTwfXoJ8zrVQjTY0roJWurJH3O5owtgSZDCBDt0jjdKYVp9qyS
qia+r+7saiZ1V48h6erE+9rP8QS7bXpdiNKtSdUzz7QPyVw8zSN4EU12napg50tCfDyy42J4BN6t
2E0b1Y49/BPqe7NyfToSwCL628Cqd5w9H8Yle8L3/72h3O60qIa9WJHcsK3z19XQvzaVOlZjU++L
PpMbQmwbUlvWSmHoPUn8eduOIXyaVA21v8WTFEa2GTqjiYpq/OZltXepvCW+m8IGHKuYDTbaVzkV
+kahh2LnjI65mukBsEgHbMZxnNeJiQ0Cs2J6joeyuwT9ZEU+k8SD32QZDSaLu4ImxYnzmuzMCJXv
KvJvX4K0nY8zPaaRbF0D76R2iDcn32I7bm5dgw7UPpsficCVO9yCLPuZzPZ14XkrKkq8ld1odjm1
C9UfQ+eBdSHddp0VbpPKddZuaoS70Zu+URZcHfoUB0fM2rFCUczo0pizLw2HXqB3dUWtMzhN4CSK
baBN/0RNR4u7GEA9xFjSWqGyVWDNn0y3FitKo5+MMj5AxIChqpAa3d54dmmkXtnFnB/TFhOLgdfh
uz243RvlCbj6UGIL9uo8yVoIIYMWxRmuxXDywPaBJe2CdmMD8cCG4THZG4FPUejsByIhqjcuNI0z
I6dAQQwP2hwn/7F0CvxmwqIgvY3xLkiGxFvUsCCKOfIr7HdDzjONJ3wvzCXZUfxroaomHSkvu+fV
uLAKuuQwZA9lCwkvHsc7pskmQSouiyQcSRbSMaM/WsmiGiW+o49Dn9VMZSc9hbueS4u+GO2JeQ37
mjMBLLT+u9m2dC4kUyy33jwM6XcccCH32gTHFkZMK6cbVG31qthZj/gynXTZmmMlTmkdVjhziG6m
rWHtYHjyzgqEPZ17Oz9tWCVmNORGJEbk2kRjaaK4sqZaO4rDBRBgQueRFSwvs+mETzS3zjdlblBv
UjxbSyZAo9LeXbX9sTda5yYXVrHpSvC/tZF9xCroNpkls6eqy+GcefT4XZBiR3I2w2JvFgg5d9Dy
PrcloWUwmnZ4lk7ZHM2wxxBgj2faFOUDhivjESyb/26BLsQ2TN0SJ4Mux86TchtPs0U5fFPPW11q
cfHI+cLC6RWRuL4nUpk2OBWyegsOUCNqcNcytfXuac62t3ELzc9oS1AwQBfKFB0102o/mWQbKbih
NLwNlmDF4Li+n2z9Wg9o0c5YhV+ZE9z7bIImYkX2SK1I/+JpCqMygWPVsscDucSAKm/TBjhryp45
JLzK3OiNE+mPdBsgwwDTW8AuNdAMNRS9bUxx+EoF+iabguJ2McR40VlIwFoPgDvrmbpwhc9z9K0f
JF9oN6Ezs0GzQAXn+bCSZrcDpswoze4v4cCqxfhN4ycKuRKhrR7IOlLUPRHjBiL9MAQATIqgKaIG
EN6K9xZix5l3hm7DQyfGeN2QVlr5Xlh91bIZI3El5Q2mQYkMIAhqdrBprZj7q09hlkMMChgUYLcO
NwCQDySVklVnyO9z63+GE9tEC9PerVASPoumqNRwcJSk9QwEA1vO0Sjaj7FYLmUfDyeTPi2wKW6L
ouDXt8wexZm4RBPVQufbKevFYWGcvjdcn8ZJWRcrmhQzQJnIa+RGqYIsYEdYVcF613pvywLLt2aX
z/Glf7Oaoji5MibNQskjjN9JM23MzTPXAATlzEnXU1F8H7wy3M5yeQO/Vq6KJWQtI0IbX+LGjIk0
5Sz9RZh8gTw1QerhLBEXVrxOR1PdTE4w8nAnQUbQ87Ux3e8ybL85fVZuS5cNwzg7z1U3pBQGKYiu
Af/U0jmgNYa5/94NDsMchb/OYREl5T+ldzTO5Peh1ciDCKzlDNOaj8Ev3oYqFhsWU0BLoDCeA03X
jNPbj1lGwGxMsMzmM+a5wcvKLxZdo+sKP85hAMe1zUdfr2sivlsGJ9WZERwMKb0469HWX1Qaa0Zd
nr+aQv6GKS2KSJBfe4IgvNwVNrF5nqYh0/bUH+aaD0zy5499kb9y2xf95QonpX7L5XdtgSN4iA/0
gk5rBhTJ/QDU487t4/wVQtAjVL5pTWH5jWM1ag8EOgE/kuYSw0jMB51mqfM5dAt6Mlxi5WReImeJ
PYsTlZ9cSz8nvVnaa/WlN0JnSRrrw63n2t1ovueVJc3mdjQXQtyEmvb+7AZvU6HE6yDmr7mM+9tF
2AYdt2M67nPZ24AlvRG2aT7XrKySyAHMLLxhI2kB5jdcEaJ6aIPQfcAvo8SaVdNgi2FJa+0Cf/qu
OjvgBK3yhO8UG06z0n7n7aQ0XW6ZGqfCvlMhbauDxWOeZO8j/r5hjV3iTKth/qLgxX2hd/RYTmkM
KqCBydMm9gfgFPexpnjgq0nnFeQogBjFyiC8eJATcgnNnykBwdnV81dBz/1GNoN6XKauPcQsnhcy
W+UurL27xatPcUNMF3qm1cx7hjU5l7M3+h9x4sPRtpQPYtPNnkGZORdzyNxNV01l5GKWZ4osl3JD
XLqKmt5uHjrb6bK15qO4mQsrYK4UN0BKezkkm6ULwFYh1OnbOgC1lJhdvo39qd9eJapI8nehj3jG
Lkc+qXZMfLNnVrPimUfc8FJOs3hEv473Ivezg3Andrxx6x3bekQTzvCPAHvB6PqUWPC0TqOh0fWW
tDtiNOCGSMVURBL7+RENblyn1WwWq9mpJdxO4oY4zbv7nqz8swiW4cNleLoPVEMcLs/7WydJu8+N
7XYF91+T9xubeFxRuaS/2F0x8e56KMMcH9T0iUJA+F2ck6jvW0JpMycvpR6jLOd+OBHQqdCI49L7
PMXB4r0khZER/wrofQd64YTciB2oJ93RXxk5heOhDBXp6+hPZFYbf3gsl1qj8aS1cSFfkr0if9db
pgN0xlXLXB6GoQadHORJsHIc6rFWqpqqZxHP8T2iDImOiuUVZ/LjVLE3VnU7fKmruiHt52Nx7Jfk
1NVsSct6vIYvqrH6xDwS04Twrd0EGf2cN6rd6gottEnaci2NpVQrt5PudsK4fw8Suus27kKOJGce
GY25OZyrehlWjpXXewjzyZ0Fx1w/BH7eNbdzkmLPD5NZtF4BOQNGefZRyTTUNJsNg2XRr8N2M7vW
7RR+OzmPzZ9VPAAL0OoU0ceUji9KfijuKWfHWJMkMaNykXW3sVXKOorNjDJh5dn7PqWZjvY/rIj0
Bkl/T8JUml9CL4g3AsksOWfjtV+ZS7jLsXclE5gJKn6JU/iMlVJqEc9jb8j9QAzxYW57zgJma+wW
F/7J2GtIcVMnDx3X5Gbo7ewscwoSY2vwv1cABL6KuiCy0GVdD06rkp9UEcbZK251GCFOOF167kec
UctybSoOgm+EO5K9R+WwQcAiNdYtsvgTeUMRZR6rc0Tct9gq1Mh3wcb6NCH5rkrOx40vxa7hnz0u
VtvfS5nJl3R2qodpMt3jIrNpbUHt2LiQ+EFDp5UdJQUmBdKf7A7aQu3mAj5FB8PixnFaZHz+xs+K
XWTUz3O4XmozjxKedWzOWx3NVtdHQ+kfDFmPm4aD+wNxm3DbFcJ6dyEi7CnNlCs67VrykuD/fPLI
uyyxx03XXHneWeXx9ap0+lKGxrgrLefWntPwA07O7chfgstcWGtpWXrfmiUYvGFIzthaAyDO2CYj
rpt2K8PZjVo6yrCfLlfwXp7hFI6rNMKilnIaMYo3YmBy1YR+tTcyQHPGxJOknjy4e0HZKzqgDL12
ctveNrGDihX6xm1vL/pBTjSqzUV5mYuhXruAYDp24EYZ0aKWfpPScy5xnGUstG2yjxuDe1ex8A8y
X+uSorylo2Cjw8TMQ2fS9yjx4c04J0WU04u9L7yMEkkYGiuhGrKawrwLggpsjaIHBsx08g77Ld/U
DWw1NnZtcFMAiVijDRaRWcbOKifR+/pD6bana/1BRa3HqyHVa2v7TFkQxB2qOwSN2uOHoFpmH+Dq
P+iK2iqTg+dVRO1pn68JnmoywSvy4N7GW8p3N7TTaOTbWln1/EIhzilNaGlZ2g8QWS8qJ6DHmEc0
EX2TdBbMth3BDIB1Rh/IETc5Ewg105uYUGTHntkU62ulXkljHc+8BBTOuWFmwtWi/J0pCn9tdWir
ZZIUd+gPQmwGZx6CaJRivFE9++1cME5qr/LPHCh5CNu2jBZg4vskD8S3qeaIlvf5uKcca9hMRmvd
5z2JrUJ2X/t07o9+lTG+CAr/iK61SVMtCQt5sLzxWx0tvxqZDabJNsnaL5zX2IrpGlOIs+TVoR7k
WKwTvKHPI8SyFXrPxabH/Imt1KfMaNu1D6vvlHqQ/Nt5YePYpIcYMil0vsHoNvU4vIVmSxxC0zWY
W0+1wZKXj3BFpEdXCV0fwTNAkmqFrg2nSAQjY43Y/bQ0BS0FS2Gdap2eM6N+7aWvgIimj50H0ImV
dDtpdkd1IuvHtLFoLKHi0B5r50O5ZbcRCa5XaVRPsx/Y36WsCNwldeD1K1QPNt8zZPTV4lUPge5J
STZJThuIDOK3UQwFOPtxxFAe6umhhVbaMO6MY2Snfpq2rsJnx+a/MjnjzO6uGOzwoWbBwjZmu8x/
8jGGehR0aW9wJ1SRJwqwrcSwpiVLZo468YavSvqXAivQ7eg5bKxNYs+Q6gu4p54FVz4aA/wt0SBS
eUMYKDjwX/hRUQffrcR6cPKGxSPIKDmRojhql4eraU9f40IyGi+Mgn5yb3BWvg+X3S3n45L5Bbe6
+dTxSFqXZi8BGly1QFknWPOBhvqmdy2S6NnlXeFP2NqcdaIslgRv7mjXAO0DWrF9g7N4xAaLHp9J
cSgS4xKHir1OSaQ/b/2jNMd+O9mFH/mFVx6li/zXhkKt6UMExckpbh077blLxnsKGz6YOnPFx9rF
1FPft46sNwgz/qF2Cgs0eZ/uOLsgIC6VcUvc9ZnAozr1sQFvsfPwsJY2RZpCJlHWVCb4ag5nnTso
2qoSgXLRNwj57ofEd3k/GAIZLp4yqlL0W5GYKGe9treMPAkk9faX2B3NxylwC+zLeurwOzfTN1f5
4yNrn7XyPHr0fNEOx65FjAKHhd/BcC4l5ZzoLFkGHUMUxT706ovTl1CYFtshAJBN4RD5+IL9VS7S
4ngtEDbBvW+LTMt3ZTbN69VwfG1BXpavBHkZyJu6MN4bOFa3viiNfc4Dr1vZeNj3QZF3hDo5IuE6
ydMNfUHHjraNyK60/sI+i1srgesK7Ta4bSY7BnKTDl+NzPuedGAcqKIx1LFFhr5fZkK2buZP9Vpm
YmLu7g53lpU6y003B2QUJr9qdqigFQ6JnnnKck01XFkk/sYrsnkjraxmgg4eZAt0kYCOiI0bE/Mm
YA0eBvssHj/pxP3MDsF9bOlq3kL17/fcBzryOmVyuAqepgBooUxr6zERpVyr1L4NTBW/VzOBl7yK
AyANFpaCkkO6cZpgB9lnBnBq1fZjemIP0c9boJ4NqarMG45Ozfqz8nroI5Ta4ptEJAIXNaGFsaep
QDrUHG7Y3k2NBDjpNd1TJ532RHo4AErZQKTGX4vGp2VOdIV1gbYj6Ac3U+aKT1DETG8TtMPyPOD6
XXEbx4hGCNQM8WpI0vYgIaxy9bQMwqcet12dnRcpZbfhgQVciMYNdkywHnCB97AYuv66E2KVea0K
z38DGRFwaw95v5cB0DqIli2b1sCh6iIxyhEHvT0/uoOkorsWhSSNo2nzIIATPpWUV324aZInmzqJ
CcOiqekHXeDzXdvcaNHSzky5fMXBe7Z4RLMFreRmtOV3CBd1xIjgXhts6xdAEkdZeP3GlQO4zCxu
7+dktJ7za8J744LS5bzumneqbaCble0YPCi343nKWtbclYsxPhsk3442CL5hVTFdu3Ta6J9pTxI3
opr0zpLYXzm8KvseZ4H/EDLjpzcBjMfJMFLri6bv/dirYIRtcXViUl/AXdrULKuryg1qiz1jmuIA
JUO9pmOAJ9bANJfygg6T6Q0K/5V7F3Z2ScbD0i5clsnlm65yMFNdkm/mQt0tiWI+yIjOAsJHb5BY
/OSY44FYkwfW30uAT6+xqdioLR7jQ5SODkNxSENXkmft8+C5zXYyeOomjcPDjEtqw2Eni0Si8p00
6POgTqM6dfHsH8ZJ9BEQ8uIsTRhG7OxNcW7w1X7u87qHrDxTfJAak7P2OsjddtYb97Jo5Q1+7mBf
pWYSqXGRO0JuztqWBVeJ0eH2DIgfvKDeGjzEJvlJsL87d007bYee3T9ypo9KY6QPOgV3E4QJCC5m
GetEquoy9OFXYzRxhphVvPdSt98YIDcu+Nhpo8pxf2etfWhSM7gjLEjpknZHvLY+vmuPXl6n59Qx
sGNcozd3R5WGw4WqtOIceOGXOpgpA4/J1OSBfk90BfbLgb0YBzmyohlXaGWdfjIyO976MBwjaTHA
NrjQdylNXuuRQP2hUBSNrZui1hZC27JJ7dncYAwi0uziIjbE0r1m+PvXHBWWPTxCrPC+qYa7wG/Q
gc2wpDXatcbyYXYhruiUh03uFk2BnjUWZ8Mn2+8yvkFjhSmgm3RrFnicQ1qe3GLhfxfxvbJnfTv1
NTrwWDyFynqxExZrDBNRhmt5g1LyHtZYRsKEgccEnWWjjFJs6AdqtpZZOPvJoWojyek7kxwVKHbF
RSoWMCnLrZ1muCXy9lkqWtShC+EKs8Chtf1uXJzxzZgZg1i28WILyE5iYYc8407eyZEH9RwM71WY
t/fT0N4PjVXqlWgCHu3m9SCYlsYtpkQN+chKDy24tDORrg/H8IfLD+Zfx/pP0m3BP+yQ+OsnF5pC
NZ9HKWcyoe3zf8fW/07wGwOoxcz4X9tSnzXNLnXyy+D6j9/5c3BtXkknLuUFnvAsWCPXZPXfB9em
yY940v+DdPL30Pe1ElVY/4N5tRlp/z30La4MWNaXa2surQuEC/6DufVvERsRCBcOox3S2urQHWJf
7eA/Da0p2TIzN26nm6H6SFTJdfflp0/jnyT3+LB+zvD8rxf4LUXXzXZZyZkXCHLk1gBaR/iejTdZ
iKb18dcv9SN68lOWh/E/OF2i8LaNNcdxf08JalOZpVs65iV3GabkULYMyxYeQ4TAwsz5pvI5Cb6m
QC97wfDQUsaCdOvqrD4KW7RJ9dH8gb5IBicl/rKjZEHsiOEN37IAUHp1HjqwiM5JeJD/SxXmcfcp
yIWm28Vo4k+67be5lblHmkmJs5OtYzaCWafG7kVWmslGxznDGj2C2XB07ZBHdFm1afHYhlYydgSi
69FvNvwR7C1QTCymvoN17EyZfdZzOZzKuB0YjIygwbe4pUq7OvkQRzYua+dNYMKRejMapqDQNBiN
Alfp1oKZq33LwiGXU96zf3ycmO06dWSPCdgtuUb2ZiLNDKnDQvrfVePfWzWsa3DiL1aNb6r/P09Z
l2S/oQ4pZrn+5p9rh+//jemz55EMN12LOAY/+nPtCCy87rhdHDzlJj3nFnfu3xcPgR2G5cMPQCCw
hPzUp0zTOVlWenqYe13tMGCn/4PFwwuuy8NPdxzb1Ss10bma7hmhUrT26/KRaGcqGc6nJML94dQE
tYtBEQn0ZNOoxqa/p44uZEDzYPscp6sERxZmiQ0cmGlfpPShRTFhr23Xh90j7F4O7XYZPmW4jhkP
simysyFsTs3stgB3qh5jaZG6BzgKfrcd8iHG5GY4E0/vwC3dlVO4eA9CyKuurOZ9GztHPOv4SjrN
XDGpguSzWStqR0aXWofQy1+Azz2ZqoxRvWOlPy+wVrAslHqbjYbY9E4+3CdTYx77hqJI9CZ1bSq5
buQXI4Ydh6H3zK+YcoOhZtxh5LnPYpmrTTrn076zWyClk64ZqNjiGTzPeMqZJ30C6ExLaqfSO2yo
hM5D7EErCH6FiqzKy8Dg5Bi9fZdwYTrp6jFJGd1Y9gyAUPFjTrHmKTSzzw02v6vtc7wEjmYoW/Zr
o4Wzl4zNCD8vc/rHQub+HTM/+z4m7IOqzP7U3DZ6uOr8gbHQSQZHGgA09nSJbunptkRq5iO0Ve+s
nQZvnGXg3Ytnm0NTIfc4Hs8M/q2dOaS36AkY6ywNdHjjw6aBNDEhZ5bJ4px70HJMhBkaETde+lVc
9XuM0P1nR+mckH22mJExskIR5cZf0ana5ftwh/MSWPs+F69ZbrmbgfcSFXH/FNc4R8Op+6wprqHL
UtRvkDL10Uylv6o0TC4Sr+yFexfMXJI8KKe2cQj7lC8EeQUHoKbKgE+5Sv2VrBrvNhmUxzDQiK+z
hPE17mLrnmqgPHLJUJz1Ir/1FogQBtiLF8VtltwtU66OM9WvXe7Za2Lj87kkRLcqTQ/0ZW3E96bd
v5AdQHHt/eKQel2cnKYer/D9HNKA/E60Qb3h4Ry+M18x771KuieySvZj4RFJNNx6OLtKtd66Hys+
sklW3WWwxNsEpPfG4JwYWZP4RvPzG4HChj4gAFeHMXcGBEzKK3TJ/nlTdTp4DZJ0+LQYVKmiaJWR
18YlobmKafVeOIPLKMsDfIQvc5reUpzSYmNSJi0jZbQ0xSBTQBXlW45cn5BARhBM3I/NAtdCpOIs
W3j369nUDGmkdTe55uuiwlfRUTMt7DDqfI6mSCmZDNeOn7bdDhESA0diec9uHHxKYvlNIBVqhNsS
ayth071bjiQNMXTRQBsGV/yGZxHWts0H/gWY5YxGiL1kJ44n02HGVKq4mJ10RpZVk3VRocLSEsSw
H9YDZWNVZsjhoes1ZmqhtrkxxHcjpJhV1xYAH0ekfIjs83YQiAWOTZEgh4r23low5e+HGIvXOhh0
fgKEmBdRpiTD9pniwouijCPybaTStIrNqJU95ykf5cqUXvDsdJV2V/1yqoUPsbBX6a4IKLtm5Gts
3VgTUBB62tYOWwPgK8XL7Np6U+XtdAoyf+vAOCO/qk0kSKT/VdHl7j0YVmaBHsImjNFqTSG1Q8FE
1R7zghNMMwyEiUhHr0ezSi7T6E58AvmyfGpL4R7cPuguM+bEpynZpENJDB3SOjXPsiR42AQRXttq
m8uTp+cXvPXepumUdZiXeIlc/l+n0iXPYpZ2m61cx5ihssHcoh2S9hv/UHhjwErVtfc2p/VPgUuF
jkd3zSZ1GcOttVw0iQgGtuuwLAoMbzDfnNmfTqgQ16bu8Y3iyBzBf0hB9Phht7XoZLgayW7KJdHf
gcEg64y+v6VGCwIsHh6AGrH6igmm3Xh+yhQ59Wrz2gU2HDiWloCd4+6clcMbDxYs6n057uulnbhL
GXMsaD7TRBtPlfVfrZqnTeQ7vjo7FZy7MTEfE98L9raB+SgTV9ZPHeS70jeqVbp0e8U8YQV9OIAi
C77GrOkXtrpaHIT2zXUcFunBm6hJ8jBpnbx+QuS5dtMqyelt8M3wNNd+xvCpfIg9/Fu+SvzdJEMG
h9i1vpNhGa7zdgbwlWTthUJUbkLbag8tKV7C4wm2FXGNh5jN2mhwWmJHc/QllUl2kwkyOUVJchW6
Trhxgaoddd/GW06XJ2aobYSDQH24TYcxr5JTlGNwPPe2jTrCZvfQLeEXEpLVIXG7jzYElDsU05eq
osxJmBqhYOBxY3bpIehUsh+m0iZAHdyMZvzQq9qmqdNiEDiM7j1qTrXtDHWT6PxhEMq4n9L8DvIM
MR/4TNyN5Q2T+mU7e0XIozFLXLHyRuVRzEWvACXOQPjdkfKfzpn1Z6fAEDMNfK4PLbhR77jkvR4u
WomkwSKP03Vl/SCM9sLWRHscwEIiYkC2iCiNQ7k8olGHxsv0g1ia+T5CBLqThfv1B9R0LsySegK/
N83rrC55LAqan0CeLmxl6Kt0bsbChNrYuCZ0hTzP0aTNrvqmsRfRoTPQ42Y1lpFuJCXLzzYemOeq
EfOR6kvzNNAkt2s1/e7rsfIhNqEMj0fhFRNLf1nzGYxpv9eVAC1ZsWIGheG9a6bh9EwM+XEU4WBD
ZfcZdCwD+IOrGRFOSgQtYYJCFNBkbQ3GTnH6v1M6aLfQBsHRMK2tV1XN8lq0Nh8Q1Ip5ix8/wY0b
4/2k8HjVyYIEbljZV0IVYsVGLCgIUzMwI+XphkjUONI+dXJgHsk5giDCytJDGKx4cgnmKDzbVoFO
yVApn4HcUpTpUSuTMOESqHFg5qE5r6SFcUAQ8dj4xcxmVqTYw1uTqrZ+3fRLm20Lt4WMFYQLmoc9
YFMAn4cTEJzsBkZtfh+kXfuQhzknptDTGa4ucjQqi+dtFwhvv5jpPGIKpAVvJXTnq5VPcvC55Ai9
iZl5n6v8WpkN2Em/AAuibky5OxuXFpYTko4aRv1k8/tZDC8ZKxxFdRMoRxoGI5to1Y2jsSBfd0BY
ByoCpgeA0eI5jtOrCAd6GLAwzrEtJtWa8WfRC6q/+/6FxXuJbD4kSGTmFzRJzB6+K6oV32jMTLm4
jkXIvjPvpTNU4wZ2rXUPC0KuHS8FptSqANZUkeKVc9OLdCe5DXFA0JXsuwePGjbcT3bg3quyGwoy
WnW5c65RrpAv7YhbuB03Ze3ojzkOaIxiz/3Z0p5/ih1iTNe0mH9W0E+9TZyYSXgBh2WvLe2/9LDL
n+kUoQQgcR3SOkuytmZXHDpLLyA4QQe82tIZp7XCRL7PMDryLLHCS5lr/c2Cm7+mTMp8Zz3Njtlk
mFQuOt7LSORVE8WsfCqXWtKGm15g30t6qt903dsPMNLtyPWmetVov4goYQl34VwNkcss77T443Sj
VTI9KMY9WM2neY0QSE4M2OO7JiDWgiFrnK2Z4ZVl4CwBQkE6AJ6NO9GO+xbmBP1v1ij8D07i81mq
jPMy3KpHOZm+u2Y9z/HZmpgBa1G+JKYokw1FXCHYMKoAwJCIo5Bxy7jJbU9IBd69vfTTehKSXolF
8ALL1fPgOzLSEMHZ+wsvct14WGNWSguW5qreTp50d3lp1IdZsBeXYTl9ajpgzobool62YM8TFPI8
r8ab3PetE4vECFAh5WbxGSMrOqwvNgMvkqYtmdMq92DamRX0zFG35Cuv4bPOyU8SXTYqK4ICSdiX
X9PCc5e9T5s6kvDgfR/7ZvqAppnS+FiG82W0rNneTp3TbP97/v/3zv8/qP9/cf7P1NemVtkv5VG2
9+O3/jz7B97fWMAAI7lQdv6sXv3z7B9af8Ps7WHqRxGAOQAH+X/O/v7f0AUtqMv8xPLJyfxDOISe
HNq+wNfoIDIgHfxHZ/9fTv4wIkPXd8nsE2CkMRag5a8nfwuTcYEV2Dtxrun2XWXOd65Zd/tFa7rH
e2Ji7z8JJP9ESLz+g/+QGv54QcQQETqmKwLPvCqZPymVBe9aWrJyTzYJwA2G92y3hFS6e2XAZc6T
5+avX+9XaePP13M8Pi+824SKfgMdhbnHkcbynZPfpN57HvIC9rVIU7lj9odM9i9xMag4v781vmq+
a1y/VH45v721DsNaMhSmcyqqyX0nD9PtCQRm+G+txLzpGdw++UVu3nTx/7Oz+p+8S64kAN3YM01U
5d++xqll5RBG55yUlTuHOpCmRQdUfc0HJ/hy/vojNX8F1fz4TLkCcRSyiYdnyhX4y3c40/3KNihz
TlMDjQkzB0ZtnHACztbY+zxoazuX6RF+gSK016WjegFgXzInp95uLdiwn//6L/rfbx8tLPA8pGPf
851rcuzniwr8L9mUJHZOwcShmmaENtsJo+A//v9eC/kfgZpLmAvntwsqQfphLqmdk60m82ZwDPXB
2Xp+GHJL/oHp/ZcX1PVz/PVe8VD10eVcn6wmXLVf3xZ4SGrdm8E5jXH6HfcBpZgWCLj//LNjEYJz
xIuxSv32ZdIP4Pi9VTqnhUHfKQ/Gq730ys4x/y93Z7LctrGF4VdxZU8W5mGRW3VJzbJlWZGVyBsW
LNEESBAziOHp79cEaJOUbCdpL1CXlVVsN4Fm9+nT5/xDC0h08uMvU8XsHL8STRRVg1rHFB7LZ+Cy
qm7akapfU2Bfge/b8J0AOHKgn1mePDrpyvQMq2GTBi5uDFi4XiKro1/+5DFermALkVwFtXi2qoFe
zeHMzjRVw41yZVzXFNevdPzBRpBtXOdtMspZoakLXHa10mgoNi2iXCfbzWuSbpwTQbKLHz/Na6sX
qxmXBh+/NHDsw4dZYVhdr8GuX+ebWX2nKPhQVRAhro0kc0//+VdZFJNNlY6Trh2vqDpxsjizU/06
MJle1xXSeBj9Eeod5KZ+omh1GOoJ30IHWbGRItb4uhfLN4GWFaZpMrqiAQ1PdzSinhPpYfLYVshC
bUBqOD9Zy8LdYG95ia8ESYbbIrV28QOLE3U/ECSr1tAspJmvFK7i5+A1sMPKs7y+s6pRfRfkM35X
3WzrWy48gOcWbKl1jW4fdrxJdYK+RnqBrXR2sY0gBaBNfGVbLYBN5SMUQkU3/tkkmdsj9tuWMDn4
kWBBqolSvk7f4Fh+kx790qi5wF3h2rymvQxtKg4szFjVfFUCjV039WIahqCWIcMsk8Y6VRnsQ5aN
wLXhFsczzlBBo6uPR81zq6+L5xpyNtV0HwzJREOPyT8BV6zCIlAr7gRcFQwv9Z36LrTSDGQ7/yyD
Cwshi3+H8ommX1baMn0sKLteOwtDv8qWTCDqp8vmFproKDuFyOs+wE0aYXLkzlL1Qs1NhobJiJ3u
2vVBGNKImukTGHk6Pm1Rync4zLSV+81tmgqSKWRD8EpUKxHC8XGUnSSGmjw2ZNq4G82AOV1ViR5f
58VinZ00mRr5V9xOi2doNekjitGwVjEtae5UKri3I60YbSYtkpvBJ7Vx+cnsVre4sFU4DT2kwH8f
o2JleSuI6zQHqEl7jermz2j4iBN6szG9dbPSnpJ2pl3gvpzeZRaOOmaFd7UdLDAGIP4CO62wH8Qo
olHV+xGNgWtDENGNGYJjem0wo7Ng9tAYWnA+03Ug5DmQlVGsqfdFqzE/bjWz7/J80T5oGzN/TlyD
32ltVe6DWmf58wqZSTBuOCyctvkM2yMHzZaHMgGXPwGbo1+6s4hR1stGvW8L5g3BEwB921MOXKWQ
KrDQnQTnkS0vFpg9h9xXwVpiOGcZDbWEprWvQNxnFyN0AW4X6dp9qyy1+m4VN6ho4VY1wtMR7vFN
GkBIw6dHMT0bmFlLAxRiynQTOw2cHmVmW1eJiJcjnBLhKxmbNDzXao2H0U0bF+6s4Fy0YvgerOBF
gxFo66g3/mgNLLQx1wXGybGTYriInkHSi3moEYp0cJpAUeUKGiXnKKk4QkSgvk1Uh7OooBovGHac
y5MCSIk+TVAHedfi/ruYqsHa9DZxanqWX7owYqMMmyZUT7I/FnqrXbQg7+0TbWEZn6LNJrp3AMC9
AzUVnlApj1XsECHLcfVUsqsgjDeXixCzCajfdT2tohbQrpLPrHuUYgO0ry0Huhcec80NDWUFAJwP
Um+9crFQN3NK6rSzpk3UNvcrBNpOMchMkiuKBdBcWZNgXrm0fyiSHDzZclauobFmxRfHaJFW0ezy
BkVZ0N5NvQSEWK6ITNMWU6xTbqnAr4pRk/xlhassP0PTxXqqWxtiBjYIb/GrzBZnCrhcOMNlEpxg
yBBBPC/jG5c2BYjzNvc/LfQR3Ji4oHrOZfo8jZrZNTaTdnru5JX1iPYpEnARlDOLltkVbsX0TurK
aD9FYbriLqy105ySZoY2IRDD1aqKPi3pThXgjP38ZKVk9rlIRqng1GmO4Xe2Hp2m5IATFDLWZ+g6
IC7uI3oaAfq/K6leXUYgrC6XmZ+fNWbZzIEoVpDsgxHOJ/H6r2C1weqQ8sIEh06041IIu5QPPExT
2B9BOzqZ4ao5LTeZerbmGr8ECXqDjLRC+IdrDA86A5ZMkTkEiTpdiZaHOcmo7S7o0Od1Ur0l03Uu
ECBpzJMoQFfSAFKPGGLozk4M6J2XoDDzKTB9BO3ihtbNOi4/AswDyriJ8rNSKLRGvvIUQtL5yw0D
DW0ktT7LRwD9y5DncPFU/MCphF56S3h/axlpNUkWCr+ovdCWb4E7RrdKUSa3CDayqEcWGZnXzAr1
ZqQt2RJ5zo3hNE4KSK3IfYtKll7jgUm0LZ4XmUJAiltXvW+UliWrFBv3IYMRtzh1Soo+p6vAh0dW
xKmymVC6CdupZo5iQHVGfRuCZJraTZhdFLReHJolJpQgiBC0a7NQjKbWCdz8AI4U0OqYxAyQ3u2o
5h6VQw9EZZjG6f0mMdj6pW+iaVAby/rCVFfJY5KwbEXNg/bxCqPuRy1OF+RzPgJDqh5rMTQAP0/W
n6gTOsmXJtkYsKjtgqKHXeSn0dKo5munShcgWUfmnzixwgn13fwipJzjT6J6EdAxU5f+53xTeMvE
pPhk4GU1nTWEj7+AQJajP4I2ifULR/Mpc4NOnVqAGk/xek8RDbDaM2AhycfWRfF94tpG9ZGe8vrO
WiRftBDCMSIR71cFOvHEVRwPNBc9J6NMtOdF4S+e2yCo/liUNr8cOx67d1zv8aLDwByJTj8Qdjhh
bl/hjYmUZ10BZZzmFnF8ukIEpbrALVW5NtK4eYdDoH5ntXWAMe4avu7E4lfAwJJ6wsMowvXlFP0U
SCBZZrxvgzZ8n8KxuVsHTjrNYpU2ygZKCIVY/TNq+pvrAlyLNjFnWgDJ39GDKT160LdlW7mTdRoS
LrBtAz3vGFdNtfk8AyX5R1UsVh/UslTeZZTyP60qC1O+LPTp/OHeHEzSRl8gRdEE7zJ6XVcjt3IB
Am0WuQe2OkE/lH5hFJjQZi0FBTSjQPL6XCXkneHzjqZbrWrabBIYM5saNpoN9xYUKCQ19RbuoT97
qzRl+6HwoSq6m0X1WIZFSs8iz43gqg7q2pyibgNp35lBS76xaqVKzl2/zGHfRqO3S7uNPyoBhC1M
mEqI81R6ldVFyeK5qTjhv6ibNH9XJsnmvOYgvI6W+RrOjOtDp4BIq1/6BLdzKNlqME3ILEbQLezN
h4W2oaocLWf4qaFylz2u6gJV5yY039aBRhgFBYAcZYo1dnWiwaWd0YiNtXeF3aCK0Lip6pw6oW0Q
EFW0CjQku89cTBKwil0YlxCcgLyGVnuRl3Zwl8Po+liqTf7ghI1xuqlb9M+WFD5XWB2C6vZ90VBb
2id6UtmA12etD3Af+sukUNDSn43AEeEjWZNZt9xTcK6xs6mJWM57TbHrj0pWjd6ZQUGnKNBT/cwZ
6ZmN0XxknsFhRVMw1gI3Py9Zu1+w9q3/TCBwP1UmIoMoW1vBmYJJXj7NETbFJS4O7Wwyc/T4C+6t
aXCS+W0DNaFIvpg+TLt8uUZAvg3y4kqvahDUcYyDE7JGaTMx7CxDzguG1SisILsp1qyAiCdk/NoG
WjJWy0ITpTQKBw8MONMosGz+wiUghqC6aJfvFVQQFAR4o/B9BLa0AKlSjz74I51fLaSABOsrqcK6
fKiRoICktL1B/d8I//QvcuIV3um2xvmhnGfN3Txnx3z1PxV/ehsHUXEPW70Iiuaf/qUd2uj1gd7M
96qrT3EZFeIJ0Dk5qJOCVNy7vH4dafsoPxoh9Hji8nn++284vpoK+aQi7nlhjPl19/9HrgvuEjim
zg10++HPqeLuzc333v7HL9ZN44//zsGje8+gSk9Y51nwVOyDS8F96n/v7Y+G2Ht7bSxciUQttXtJ
BtyfBFF5NrhS4lRE7VN8BjcJFDxkJ8EYoxxBAQfc2vYDcHV/ElSwuUySScpMiZAPlaChrQRRQjzo
MWwX58t98N2VYBkYSCF9Tz2rmwQ21sEkmNpY+IkIkOHgXh/MsuTr6waeW66joA7cvT5Vof3Xp88i
uAOU5akqiE+36AYUDdDp7n6YrjT8g1j43TUAJBThMupeah8NmNX9SQDPMuaOQenV6CTtB7cSENmX
3Qi6MwYPK0qbRzsABK4iOm2UPr/ukGGFAfxpukNKYgnw9iBkTQra3To/XgKKOabcCNi3O3oGtAFA
urBppYIgLnq0MhEI12EMiM/R29scl1vVcG1w2x/LPukYSMaD/qGFeGm3wNne+9vfNseG5ViGrvYb
YHCToCIlTYNLag1ozth0TUgw+tHrA7MXqrp0BiHbiM/gdgBy8iKLlXr9bYhnFdD/OPz1OfvGVA5F
XOgS4m65DSgACEewv3kd+P4RCJcCxzTHcMmuxecoAjj6mCxJp2Xb5wHDWwQgpKXjoDKGBIbmqtkn
g0fZkOOSLDqWbjrfIsWwjkLsktXup/n3Z6FhjDnqUQfaZTtHswDPBeKNwNEYXdAZ0l7AN042EnI1
JhPE9KJfBCK/3D8PuBxyZwKu4vanZbf5BjQLGomq7CwY1hggqiBG9jv+KCK4XJygbXLwDHARuA53
WanzwNDGim3gpbIrg7Cr9heBK8SYFQWu9mDLJC4ntuQs6AoOMJwIFrff7nM0C8KyWXWoIXy7PQ8s
IIKikk4QHTIgw0Y6G4CJ+BxvBYeASdGMelo3Sd3iG1JAMGD5Sq4FQxmDOzQJCv0sHO0I8kSQgpyN
Ag+1/Wy/cECzoJLiyM4CtQKyQeCl1tGp6JicCiwQA93G7Wd4p4IGMUx2EXBTpA6CUk9XElQI/gdh
0R0TL9gqu1NjeHclanmyi8AwORtFaXRvw+/PguWOAQTDScYgY6BrQeFOJ7kWRMVI7AXzKD+yLQIB
NgQClbf9dKfQgAIB2EVD9mgkQaAkyI3I7q/FR4eCTfFcocUCZGRocVCjoCl7X+aS4PDuLgXD7kd+
GQ6ZGJJokUqLT/eFQ1oEkP9lF4FObQCDL/LELjF4kRlwWkBGQGyAidh+hrcWTBHDpXJlnZMfOoX9
9VZ8FBC4NlOgwV5Q64urw1sLWIxLzwJZIIoEjoL5yfZzfDRSR4ONIqoH3VIY3iyIDSu5FgwdO0m4
DSSC3SwcZYmERXDatBN2nddu2ocUFwBcS6dJ9EwopkMn6W+HR7OgKmwJgzUHlH9oEUGneEAwl4oI
nA6woiik7eIey2o/QWKHjLmRUF+wBvf+PJfQgJJ6f0pIAOixBmdHbT9Hp6Oq4tfEXYqY2VVXuivq
kHYBejvSsYByKubfLmSVVyOiTR2RQ0ODdtV9BrgWYHrIrgX2gsaNSTX6K9OLWGCNVZIExIEHtwq4
5WiymaLYC+TJxPz+RDg6F7cwE5saEjJPQ4uFIJet7keRKKdrY65CsERBE20/R78/7UVyI3BYOxjO
AGfBUmVnQWTKuuDq7CLi0Ylg01pBuQ4iYr9LhjgLguAndS4YNm00lMlAWfQh7+W5SP2ImvouJA5u
RxgsVNlZ0NkRUGqAbbw+C5oyBnCkqn1rf0jHooANyr4+lQHN0dzdPUDAN/aTI5Eiw+5UBPRu+yFg
sOqGNAvc5rqHkgiLCq0DMFd9d+lFUR3YkQPpXNTcu1noctIBzcJrwqj/FH5IFYm345D9Dv6OWipb
AYQiZ2c3DUNbC+K6IFtP1QkICuVCClOvHpGOWCtAD0gVukkY3OGgQ4iWvjRgx0pNyqW18HXF78cF
+s7oX4JUHOzVWWcxSM+CCtoK5Q5+7G4tcNrszwL4dMDpohfXQ7OHFxeoqMleGrhAo0oLydw8zhYB
6hAusDfqM4jBNVh0aNqyR6TostFBQKLl9fqJ7YwtVgAs+T6nHt4skNN3K/PfH5E0WOAomJTY+6V+
lDMTFi0ultwcv4XNYSUK1DoN6WyRnJlUkGnoa+hHswD8jSNStHb7wmv3hYNKFLaqRnI3B2ol7Hj2
Vp8HvKyx05UGwOn+c5Tm35iqr/SnqR+Ez1viUzDPX6M+fe8v7Jg/L/+8Z/1cPv/+m+A1HfxFYane
ffc3XtR/DlCM27x47w93efL2e/p/3r/gy68++K7dW+3+50Uwz7zsyW+2f9D0j3njraFP/Tf0Pntr
7yUt6duT/P7bwXPuXRp+MnC+OhpX9Kulx82CNo4OB95SiOQHXnlRfuhbjwAhm1B25KkXBl/i7Ege
vON7SI8dh3HmPce7pxSLr6MRyI8cRfOnIngqi4PBtyh92cFP5qFXedl8f+QOAS89ck+0exN/eYPi
f7n+HBwslo5hIvstZ8x68HwwcI9dlx35fB4jJX84MrkBiYjsyBfMeBDsxhELpcebyw58+ez5Bwuw
B+9KjxuGQRQH+cEjd+ho6aGj58A7iiId4lZ65Lg6/PGMLYZTdtjrl7GpAwRKD8wA5dOqOZjkDl8m
O/TbuAzyF9PcoTllx37nBdFB9ADD+yuOl3ce1H0vet6fDhr+Avsi/8h57j2hRzAvioM13aN4pMcP
nvxg4R3yqzuEjPzQnAVYPB2s7B6cLT92ngf8hxHsbo63GRTSkFw+f8XoMY5ku5H6oQVIQnroOCqO
YojQOHPlR76Zf868o+wJaLIAPco+9M184x2eW32bWH7g6s2Ft05yPzg81hlfgDF+xfhX8yyfN7ux
tj9l1939FYO/m9fB08ExRtNMNE1/xeCPcbbajdQ/t+g+SA8dZ4X/ZuplMSfl4eYEtfDLvuDEWx3v
fUTqfkFK8t4PDme8g3fLTsv7VUhGcnir0TqUnPTQ2XxxLGGxbSTJDnw7x2ywCTfe0TUBfVXRopAd
/s6Pn+dvLvMXZ1vXB5Id/o+4/M5C7Mvqv+YLXi7EHuQjO/w9sz/P8/lBStHXwuXHrg9vlX11WXbc
j4Xn7xaGiCk9xkF22Id5tuZkOxi5KwRLj/yaSVZXZJUd+k+Pcyda4N10+Nzbqp304D9z+NpTuvk3
pZI/f6QgLjv29z0Nfzjya5Wmr63bl/WnnSjOa//ssLgm/sZTOPey//wPAAD//w==</cx:binary>
              </cx:geoCache>
            </cx:geography>
          </cx:layoutPr>
        </cx:series>
      </cx:plotAreaRegion>
    </cx:plotArea>
  </cx:chart>
  <cx:spPr>
    <a:noFill/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25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5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75000"/>
            <a:lumOff val="2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C655F-54C7-4D03-AD26-E0C40F01563A}" type="datetimeFigureOut">
              <a:rPr lang="id-ID" smtClean="0"/>
              <a:t>26/09/2024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34AC2-3728-4A8B-B58F-6888FAEC3D2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86178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05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39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068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83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1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64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32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3B832CC-E04A-47A7-966D-475AEA6409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9139" y="2491272"/>
            <a:ext cx="2807036" cy="2804628"/>
          </a:xfrm>
          <a:custGeom>
            <a:avLst/>
            <a:gdLst>
              <a:gd name="connsiteX0" fmla="*/ 1406866 w 2807036"/>
              <a:gd name="connsiteY0" fmla="*/ 0 h 2804628"/>
              <a:gd name="connsiteX1" fmla="*/ 2061159 w 2807036"/>
              <a:gd name="connsiteY1" fmla="*/ 271017 h 2804628"/>
              <a:gd name="connsiteX2" fmla="*/ 2542705 w 2807036"/>
              <a:gd name="connsiteY2" fmla="*/ 752562 h 2804628"/>
              <a:gd name="connsiteX3" fmla="*/ 2796783 w 2807036"/>
              <a:gd name="connsiteY3" fmla="*/ 1230127 h 2804628"/>
              <a:gd name="connsiteX4" fmla="*/ 2807036 w 2807036"/>
              <a:gd name="connsiteY4" fmla="*/ 1301178 h 2804628"/>
              <a:gd name="connsiteX5" fmla="*/ 2807036 w 2807036"/>
              <a:gd name="connsiteY5" fmla="*/ 1512532 h 2804628"/>
              <a:gd name="connsiteX6" fmla="*/ 2796783 w 2807036"/>
              <a:gd name="connsiteY6" fmla="*/ 1583584 h 2804628"/>
              <a:gd name="connsiteX7" fmla="*/ 2542705 w 2807036"/>
              <a:gd name="connsiteY7" fmla="*/ 2061148 h 2804628"/>
              <a:gd name="connsiteX8" fmla="*/ 2061149 w 2807036"/>
              <a:gd name="connsiteY8" fmla="*/ 2542704 h 2804628"/>
              <a:gd name="connsiteX9" fmla="*/ 1583585 w 2807036"/>
              <a:gd name="connsiteY9" fmla="*/ 2796782 h 2804628"/>
              <a:gd name="connsiteX10" fmla="*/ 1529213 w 2807036"/>
              <a:gd name="connsiteY10" fmla="*/ 2804628 h 2804628"/>
              <a:gd name="connsiteX11" fmla="*/ 1284499 w 2807036"/>
              <a:gd name="connsiteY11" fmla="*/ 2804628 h 2804628"/>
              <a:gd name="connsiteX12" fmla="*/ 1230128 w 2807036"/>
              <a:gd name="connsiteY12" fmla="*/ 2796782 h 2804628"/>
              <a:gd name="connsiteX13" fmla="*/ 752563 w 2807036"/>
              <a:gd name="connsiteY13" fmla="*/ 2542704 h 2804628"/>
              <a:gd name="connsiteX14" fmla="*/ 271018 w 2807036"/>
              <a:gd name="connsiteY14" fmla="*/ 2061158 h 2804628"/>
              <a:gd name="connsiteX15" fmla="*/ 271018 w 2807036"/>
              <a:gd name="connsiteY15" fmla="*/ 752572 h 2804628"/>
              <a:gd name="connsiteX16" fmla="*/ 752573 w 2807036"/>
              <a:gd name="connsiteY16" fmla="*/ 271017 h 2804628"/>
              <a:gd name="connsiteX17" fmla="*/ 1406866 w 2807036"/>
              <a:gd name="connsiteY17" fmla="*/ 0 h 280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7036" h="2804628">
                <a:moveTo>
                  <a:pt x="1406866" y="0"/>
                </a:moveTo>
                <a:cubicBezTo>
                  <a:pt x="1643674" y="0"/>
                  <a:pt x="1880481" y="90339"/>
                  <a:pt x="2061159" y="271017"/>
                </a:cubicBezTo>
                <a:lnTo>
                  <a:pt x="2542705" y="752562"/>
                </a:lnTo>
                <a:cubicBezTo>
                  <a:pt x="2678213" y="888071"/>
                  <a:pt x="2762906" y="1055152"/>
                  <a:pt x="2796783" y="1230127"/>
                </a:cubicBezTo>
                <a:lnTo>
                  <a:pt x="2807036" y="1301178"/>
                </a:lnTo>
                <a:lnTo>
                  <a:pt x="2807036" y="1512532"/>
                </a:lnTo>
                <a:lnTo>
                  <a:pt x="2796783" y="1583584"/>
                </a:lnTo>
                <a:cubicBezTo>
                  <a:pt x="2762906" y="1758558"/>
                  <a:pt x="2678213" y="1925640"/>
                  <a:pt x="2542705" y="2061148"/>
                </a:cubicBezTo>
                <a:lnTo>
                  <a:pt x="2061149" y="2542704"/>
                </a:lnTo>
                <a:cubicBezTo>
                  <a:pt x="1925641" y="2678212"/>
                  <a:pt x="1758559" y="2762905"/>
                  <a:pt x="1583585" y="2796782"/>
                </a:cubicBezTo>
                <a:lnTo>
                  <a:pt x="1529213" y="2804628"/>
                </a:lnTo>
                <a:lnTo>
                  <a:pt x="1284499" y="2804628"/>
                </a:lnTo>
                <a:lnTo>
                  <a:pt x="1230128" y="2796782"/>
                </a:lnTo>
                <a:cubicBezTo>
                  <a:pt x="1055153" y="2762905"/>
                  <a:pt x="888072" y="2678212"/>
                  <a:pt x="752563" y="2542704"/>
                </a:cubicBezTo>
                <a:lnTo>
                  <a:pt x="271018" y="2061158"/>
                </a:lnTo>
                <a:cubicBezTo>
                  <a:pt x="-90339" y="1699802"/>
                  <a:pt x="-90339" y="1113928"/>
                  <a:pt x="271018" y="752572"/>
                </a:cubicBezTo>
                <a:lnTo>
                  <a:pt x="752573" y="271017"/>
                </a:lnTo>
                <a:cubicBezTo>
                  <a:pt x="933252" y="90339"/>
                  <a:pt x="1170059" y="0"/>
                  <a:pt x="14068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23B832CC-E04A-47A7-966D-475AEA6409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25882" y="2491272"/>
            <a:ext cx="2807036" cy="2804628"/>
          </a:xfrm>
          <a:custGeom>
            <a:avLst/>
            <a:gdLst>
              <a:gd name="connsiteX0" fmla="*/ 1406866 w 2807036"/>
              <a:gd name="connsiteY0" fmla="*/ 0 h 2804628"/>
              <a:gd name="connsiteX1" fmla="*/ 2061159 w 2807036"/>
              <a:gd name="connsiteY1" fmla="*/ 271017 h 2804628"/>
              <a:gd name="connsiteX2" fmla="*/ 2542705 w 2807036"/>
              <a:gd name="connsiteY2" fmla="*/ 752562 h 2804628"/>
              <a:gd name="connsiteX3" fmla="*/ 2796783 w 2807036"/>
              <a:gd name="connsiteY3" fmla="*/ 1230127 h 2804628"/>
              <a:gd name="connsiteX4" fmla="*/ 2807036 w 2807036"/>
              <a:gd name="connsiteY4" fmla="*/ 1301178 h 2804628"/>
              <a:gd name="connsiteX5" fmla="*/ 2807036 w 2807036"/>
              <a:gd name="connsiteY5" fmla="*/ 1512532 h 2804628"/>
              <a:gd name="connsiteX6" fmla="*/ 2796783 w 2807036"/>
              <a:gd name="connsiteY6" fmla="*/ 1583584 h 2804628"/>
              <a:gd name="connsiteX7" fmla="*/ 2542705 w 2807036"/>
              <a:gd name="connsiteY7" fmla="*/ 2061148 h 2804628"/>
              <a:gd name="connsiteX8" fmla="*/ 2061149 w 2807036"/>
              <a:gd name="connsiteY8" fmla="*/ 2542704 h 2804628"/>
              <a:gd name="connsiteX9" fmla="*/ 1583585 w 2807036"/>
              <a:gd name="connsiteY9" fmla="*/ 2796782 h 2804628"/>
              <a:gd name="connsiteX10" fmla="*/ 1529213 w 2807036"/>
              <a:gd name="connsiteY10" fmla="*/ 2804628 h 2804628"/>
              <a:gd name="connsiteX11" fmla="*/ 1284499 w 2807036"/>
              <a:gd name="connsiteY11" fmla="*/ 2804628 h 2804628"/>
              <a:gd name="connsiteX12" fmla="*/ 1230128 w 2807036"/>
              <a:gd name="connsiteY12" fmla="*/ 2796782 h 2804628"/>
              <a:gd name="connsiteX13" fmla="*/ 752563 w 2807036"/>
              <a:gd name="connsiteY13" fmla="*/ 2542704 h 2804628"/>
              <a:gd name="connsiteX14" fmla="*/ 271018 w 2807036"/>
              <a:gd name="connsiteY14" fmla="*/ 2061158 h 2804628"/>
              <a:gd name="connsiteX15" fmla="*/ 271018 w 2807036"/>
              <a:gd name="connsiteY15" fmla="*/ 752572 h 2804628"/>
              <a:gd name="connsiteX16" fmla="*/ 752573 w 2807036"/>
              <a:gd name="connsiteY16" fmla="*/ 271017 h 2804628"/>
              <a:gd name="connsiteX17" fmla="*/ 1406866 w 2807036"/>
              <a:gd name="connsiteY17" fmla="*/ 0 h 280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7036" h="2804628">
                <a:moveTo>
                  <a:pt x="1406866" y="0"/>
                </a:moveTo>
                <a:cubicBezTo>
                  <a:pt x="1643674" y="0"/>
                  <a:pt x="1880481" y="90339"/>
                  <a:pt x="2061159" y="271017"/>
                </a:cubicBezTo>
                <a:lnTo>
                  <a:pt x="2542705" y="752562"/>
                </a:lnTo>
                <a:cubicBezTo>
                  <a:pt x="2678213" y="888071"/>
                  <a:pt x="2762906" y="1055152"/>
                  <a:pt x="2796783" y="1230127"/>
                </a:cubicBezTo>
                <a:lnTo>
                  <a:pt x="2807036" y="1301178"/>
                </a:lnTo>
                <a:lnTo>
                  <a:pt x="2807036" y="1512532"/>
                </a:lnTo>
                <a:lnTo>
                  <a:pt x="2796783" y="1583584"/>
                </a:lnTo>
                <a:cubicBezTo>
                  <a:pt x="2762906" y="1758558"/>
                  <a:pt x="2678213" y="1925640"/>
                  <a:pt x="2542705" y="2061148"/>
                </a:cubicBezTo>
                <a:lnTo>
                  <a:pt x="2061149" y="2542704"/>
                </a:lnTo>
                <a:cubicBezTo>
                  <a:pt x="1925641" y="2678212"/>
                  <a:pt x="1758559" y="2762905"/>
                  <a:pt x="1583585" y="2796782"/>
                </a:cubicBezTo>
                <a:lnTo>
                  <a:pt x="1529213" y="2804628"/>
                </a:lnTo>
                <a:lnTo>
                  <a:pt x="1284499" y="2804628"/>
                </a:lnTo>
                <a:lnTo>
                  <a:pt x="1230128" y="2796782"/>
                </a:lnTo>
                <a:cubicBezTo>
                  <a:pt x="1055153" y="2762905"/>
                  <a:pt x="888072" y="2678212"/>
                  <a:pt x="752563" y="2542704"/>
                </a:cubicBezTo>
                <a:lnTo>
                  <a:pt x="271018" y="2061158"/>
                </a:lnTo>
                <a:cubicBezTo>
                  <a:pt x="-90339" y="1699802"/>
                  <a:pt x="-90339" y="1113928"/>
                  <a:pt x="271018" y="752572"/>
                </a:cubicBezTo>
                <a:lnTo>
                  <a:pt x="752573" y="271017"/>
                </a:lnTo>
                <a:cubicBezTo>
                  <a:pt x="933252" y="90339"/>
                  <a:pt x="1170059" y="0"/>
                  <a:pt x="14068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reeform: Shape 7">
            <a:extLst>
              <a:ext uri="{FF2B5EF4-FFF2-40B4-BE49-F238E27FC236}">
                <a16:creationId xmlns:a16="http://schemas.microsoft.com/office/drawing/2014/main" id="{23B832CC-E04A-47A7-966D-475AEA6409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52396" y="2491272"/>
            <a:ext cx="2807036" cy="2804628"/>
          </a:xfrm>
          <a:custGeom>
            <a:avLst/>
            <a:gdLst>
              <a:gd name="connsiteX0" fmla="*/ 1406866 w 2807036"/>
              <a:gd name="connsiteY0" fmla="*/ 0 h 2804628"/>
              <a:gd name="connsiteX1" fmla="*/ 2061159 w 2807036"/>
              <a:gd name="connsiteY1" fmla="*/ 271017 h 2804628"/>
              <a:gd name="connsiteX2" fmla="*/ 2542705 w 2807036"/>
              <a:gd name="connsiteY2" fmla="*/ 752562 h 2804628"/>
              <a:gd name="connsiteX3" fmla="*/ 2796783 w 2807036"/>
              <a:gd name="connsiteY3" fmla="*/ 1230127 h 2804628"/>
              <a:gd name="connsiteX4" fmla="*/ 2807036 w 2807036"/>
              <a:gd name="connsiteY4" fmla="*/ 1301178 h 2804628"/>
              <a:gd name="connsiteX5" fmla="*/ 2807036 w 2807036"/>
              <a:gd name="connsiteY5" fmla="*/ 1512532 h 2804628"/>
              <a:gd name="connsiteX6" fmla="*/ 2796783 w 2807036"/>
              <a:gd name="connsiteY6" fmla="*/ 1583584 h 2804628"/>
              <a:gd name="connsiteX7" fmla="*/ 2542705 w 2807036"/>
              <a:gd name="connsiteY7" fmla="*/ 2061148 h 2804628"/>
              <a:gd name="connsiteX8" fmla="*/ 2061149 w 2807036"/>
              <a:gd name="connsiteY8" fmla="*/ 2542704 h 2804628"/>
              <a:gd name="connsiteX9" fmla="*/ 1583585 w 2807036"/>
              <a:gd name="connsiteY9" fmla="*/ 2796782 h 2804628"/>
              <a:gd name="connsiteX10" fmla="*/ 1529213 w 2807036"/>
              <a:gd name="connsiteY10" fmla="*/ 2804628 h 2804628"/>
              <a:gd name="connsiteX11" fmla="*/ 1284499 w 2807036"/>
              <a:gd name="connsiteY11" fmla="*/ 2804628 h 2804628"/>
              <a:gd name="connsiteX12" fmla="*/ 1230128 w 2807036"/>
              <a:gd name="connsiteY12" fmla="*/ 2796782 h 2804628"/>
              <a:gd name="connsiteX13" fmla="*/ 752563 w 2807036"/>
              <a:gd name="connsiteY13" fmla="*/ 2542704 h 2804628"/>
              <a:gd name="connsiteX14" fmla="*/ 271018 w 2807036"/>
              <a:gd name="connsiteY14" fmla="*/ 2061158 h 2804628"/>
              <a:gd name="connsiteX15" fmla="*/ 271018 w 2807036"/>
              <a:gd name="connsiteY15" fmla="*/ 752572 h 2804628"/>
              <a:gd name="connsiteX16" fmla="*/ 752573 w 2807036"/>
              <a:gd name="connsiteY16" fmla="*/ 271017 h 2804628"/>
              <a:gd name="connsiteX17" fmla="*/ 1406866 w 2807036"/>
              <a:gd name="connsiteY17" fmla="*/ 0 h 280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7036" h="2804628">
                <a:moveTo>
                  <a:pt x="1406866" y="0"/>
                </a:moveTo>
                <a:cubicBezTo>
                  <a:pt x="1643674" y="0"/>
                  <a:pt x="1880481" y="90339"/>
                  <a:pt x="2061159" y="271017"/>
                </a:cubicBezTo>
                <a:lnTo>
                  <a:pt x="2542705" y="752562"/>
                </a:lnTo>
                <a:cubicBezTo>
                  <a:pt x="2678213" y="888071"/>
                  <a:pt x="2762906" y="1055152"/>
                  <a:pt x="2796783" y="1230127"/>
                </a:cubicBezTo>
                <a:lnTo>
                  <a:pt x="2807036" y="1301178"/>
                </a:lnTo>
                <a:lnTo>
                  <a:pt x="2807036" y="1512532"/>
                </a:lnTo>
                <a:lnTo>
                  <a:pt x="2796783" y="1583584"/>
                </a:lnTo>
                <a:cubicBezTo>
                  <a:pt x="2762906" y="1758558"/>
                  <a:pt x="2678213" y="1925640"/>
                  <a:pt x="2542705" y="2061148"/>
                </a:cubicBezTo>
                <a:lnTo>
                  <a:pt x="2061149" y="2542704"/>
                </a:lnTo>
                <a:cubicBezTo>
                  <a:pt x="1925641" y="2678212"/>
                  <a:pt x="1758559" y="2762905"/>
                  <a:pt x="1583585" y="2796782"/>
                </a:cubicBezTo>
                <a:lnTo>
                  <a:pt x="1529213" y="2804628"/>
                </a:lnTo>
                <a:lnTo>
                  <a:pt x="1284499" y="2804628"/>
                </a:lnTo>
                <a:lnTo>
                  <a:pt x="1230128" y="2796782"/>
                </a:lnTo>
                <a:cubicBezTo>
                  <a:pt x="1055153" y="2762905"/>
                  <a:pt x="888072" y="2678212"/>
                  <a:pt x="752563" y="2542704"/>
                </a:cubicBezTo>
                <a:lnTo>
                  <a:pt x="271018" y="2061158"/>
                </a:lnTo>
                <a:cubicBezTo>
                  <a:pt x="-90339" y="1699802"/>
                  <a:pt x="-90339" y="1113928"/>
                  <a:pt x="271018" y="752572"/>
                </a:cubicBezTo>
                <a:lnTo>
                  <a:pt x="752573" y="271017"/>
                </a:lnTo>
                <a:cubicBezTo>
                  <a:pt x="933252" y="90339"/>
                  <a:pt x="1170059" y="0"/>
                  <a:pt x="14068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995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594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47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20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131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96FE2-9E77-4834-9C6B-212E1056298F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75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4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https://d.docs.live.net/677fbc81e831b633/Desktop/prajwal/Customer_Complaint_Analysis-main/MYDAY2.xlsx!my%20project!R1C1:R42C38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microsoft.com/office/2014/relationships/chartEx" Target="../charts/chartEx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24slides.com/?utm_campaign=mp&amp;utm_medium=ppt&amp;utm_source=pptlink&amp;utm_content=&amp;utm_term=" TargetMode="Externa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and white photo of a city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331"/>
            <a:ext cx="12192000" cy="6858000"/>
          </a:xfrm>
          <a:prstGeom prst="rect">
            <a:avLst/>
          </a:prstGeom>
          <a:gradFill flip="none" rotWithShape="0">
            <a:gsLst>
              <a:gs pos="100000">
                <a:srgbClr val="1F2229">
                  <a:alpha val="60000"/>
                </a:srgbClr>
              </a:gs>
              <a:gs pos="20000">
                <a:srgbClr val="1F2229">
                  <a:alpha val="91765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990181" y="3190079"/>
            <a:ext cx="6211637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tabLst>
                <a:tab pos="347663" algn="l"/>
              </a:tabLst>
            </a:pPr>
            <a:r>
              <a:rPr lang="en-US" sz="4400" b="1" dirty="0">
                <a:solidFill>
                  <a:schemeClr val="bg1"/>
                </a:solidFill>
                <a:latin typeface="+mj-lt"/>
              </a:rPr>
              <a:t>Consumer Complaints </a:t>
            </a:r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80AA5C56-EC57-4914-8118-68854697E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73508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/>
          <p:cNvSpPr txBox="1"/>
          <p:nvPr/>
        </p:nvSpPr>
        <p:spPr>
          <a:xfrm>
            <a:off x="4341218" y="478286"/>
            <a:ext cx="312265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tabLst>
                <a:tab pos="347663" algn="l"/>
              </a:tabLst>
            </a:pPr>
            <a:r>
              <a:rPr lang="en-IN" sz="4000" dirty="0">
                <a:solidFill>
                  <a:srgbClr val="00304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Problem Statement</a:t>
            </a:r>
            <a:endParaRPr lang="en-US" sz="4000" b="1" dirty="0">
              <a:solidFill>
                <a:srgbClr val="003049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1" name="Group 60" descr="This is an icon of a chart. "/>
          <p:cNvGrpSpPr/>
          <p:nvPr/>
        </p:nvGrpSpPr>
        <p:grpSpPr>
          <a:xfrm>
            <a:off x="9178091" y="4509010"/>
            <a:ext cx="377200" cy="179334"/>
            <a:chOff x="4254500" y="2100263"/>
            <a:chExt cx="1906588" cy="906463"/>
          </a:xfrm>
        </p:grpSpPr>
        <p:sp>
          <p:nvSpPr>
            <p:cNvPr id="62" name="Freeform 5"/>
            <p:cNvSpPr>
              <a:spLocks noEditPoints="1"/>
            </p:cNvSpPr>
            <p:nvPr/>
          </p:nvSpPr>
          <p:spPr bwMode="auto">
            <a:xfrm>
              <a:off x="4254500" y="2100263"/>
              <a:ext cx="1906588" cy="906463"/>
            </a:xfrm>
            <a:custGeom>
              <a:avLst/>
              <a:gdLst>
                <a:gd name="T0" fmla="*/ 1831 w 2048"/>
                <a:gd name="T1" fmla="*/ 0 h 970"/>
                <a:gd name="T2" fmla="*/ 1613 w 2048"/>
                <a:gd name="T3" fmla="*/ 217 h 970"/>
                <a:gd name="T4" fmla="*/ 1648 w 2048"/>
                <a:gd name="T5" fmla="*/ 336 h 970"/>
                <a:gd name="T6" fmla="*/ 1413 w 2048"/>
                <a:gd name="T7" fmla="*/ 571 h 970"/>
                <a:gd name="T8" fmla="*/ 1295 w 2048"/>
                <a:gd name="T9" fmla="*/ 535 h 970"/>
                <a:gd name="T10" fmla="*/ 1173 w 2048"/>
                <a:gd name="T11" fmla="*/ 573 h 970"/>
                <a:gd name="T12" fmla="*/ 935 w 2048"/>
                <a:gd name="T13" fmla="*/ 336 h 970"/>
                <a:gd name="T14" fmla="*/ 971 w 2048"/>
                <a:gd name="T15" fmla="*/ 217 h 970"/>
                <a:gd name="T16" fmla="*/ 753 w 2048"/>
                <a:gd name="T17" fmla="*/ 0 h 970"/>
                <a:gd name="T18" fmla="*/ 536 w 2048"/>
                <a:gd name="T19" fmla="*/ 217 h 970"/>
                <a:gd name="T20" fmla="*/ 571 w 2048"/>
                <a:gd name="T21" fmla="*/ 336 h 970"/>
                <a:gd name="T22" fmla="*/ 336 w 2048"/>
                <a:gd name="T23" fmla="*/ 571 h 970"/>
                <a:gd name="T24" fmla="*/ 217 w 2048"/>
                <a:gd name="T25" fmla="*/ 535 h 970"/>
                <a:gd name="T26" fmla="*/ 0 w 2048"/>
                <a:gd name="T27" fmla="*/ 753 h 970"/>
                <a:gd name="T28" fmla="*/ 217 w 2048"/>
                <a:gd name="T29" fmla="*/ 970 h 970"/>
                <a:gd name="T30" fmla="*/ 435 w 2048"/>
                <a:gd name="T31" fmla="*/ 753 h 970"/>
                <a:gd name="T32" fmla="*/ 400 w 2048"/>
                <a:gd name="T33" fmla="*/ 634 h 970"/>
                <a:gd name="T34" fmla="*/ 635 w 2048"/>
                <a:gd name="T35" fmla="*/ 399 h 970"/>
                <a:gd name="T36" fmla="*/ 753 w 2048"/>
                <a:gd name="T37" fmla="*/ 435 h 970"/>
                <a:gd name="T38" fmla="*/ 872 w 2048"/>
                <a:gd name="T39" fmla="*/ 399 h 970"/>
                <a:gd name="T40" fmla="*/ 1110 w 2048"/>
                <a:gd name="T41" fmla="*/ 638 h 970"/>
                <a:gd name="T42" fmla="*/ 1077 w 2048"/>
                <a:gd name="T43" fmla="*/ 753 h 970"/>
                <a:gd name="T44" fmla="*/ 1295 w 2048"/>
                <a:gd name="T45" fmla="*/ 970 h 970"/>
                <a:gd name="T46" fmla="*/ 1512 w 2048"/>
                <a:gd name="T47" fmla="*/ 753 h 970"/>
                <a:gd name="T48" fmla="*/ 1477 w 2048"/>
                <a:gd name="T49" fmla="*/ 634 h 970"/>
                <a:gd name="T50" fmla="*/ 1712 w 2048"/>
                <a:gd name="T51" fmla="*/ 399 h 970"/>
                <a:gd name="T52" fmla="*/ 1831 w 2048"/>
                <a:gd name="T53" fmla="*/ 435 h 970"/>
                <a:gd name="T54" fmla="*/ 2048 w 2048"/>
                <a:gd name="T55" fmla="*/ 217 h 970"/>
                <a:gd name="T56" fmla="*/ 1831 w 2048"/>
                <a:gd name="T57" fmla="*/ 0 h 970"/>
                <a:gd name="T58" fmla="*/ 217 w 2048"/>
                <a:gd name="T59" fmla="*/ 880 h 970"/>
                <a:gd name="T60" fmla="*/ 90 w 2048"/>
                <a:gd name="T61" fmla="*/ 753 h 970"/>
                <a:gd name="T62" fmla="*/ 217 w 2048"/>
                <a:gd name="T63" fmla="*/ 625 h 970"/>
                <a:gd name="T64" fmla="*/ 345 w 2048"/>
                <a:gd name="T65" fmla="*/ 753 h 970"/>
                <a:gd name="T66" fmla="*/ 217 w 2048"/>
                <a:gd name="T67" fmla="*/ 880 h 970"/>
                <a:gd name="T68" fmla="*/ 753 w 2048"/>
                <a:gd name="T69" fmla="*/ 345 h 970"/>
                <a:gd name="T70" fmla="*/ 626 w 2048"/>
                <a:gd name="T71" fmla="*/ 217 h 970"/>
                <a:gd name="T72" fmla="*/ 753 w 2048"/>
                <a:gd name="T73" fmla="*/ 90 h 970"/>
                <a:gd name="T74" fmla="*/ 881 w 2048"/>
                <a:gd name="T75" fmla="*/ 217 h 970"/>
                <a:gd name="T76" fmla="*/ 753 w 2048"/>
                <a:gd name="T77" fmla="*/ 345 h 970"/>
                <a:gd name="T78" fmla="*/ 1295 w 2048"/>
                <a:gd name="T79" fmla="*/ 880 h 970"/>
                <a:gd name="T80" fmla="*/ 1167 w 2048"/>
                <a:gd name="T81" fmla="*/ 753 h 970"/>
                <a:gd name="T82" fmla="*/ 1295 w 2048"/>
                <a:gd name="T83" fmla="*/ 625 h 970"/>
                <a:gd name="T84" fmla="*/ 1422 w 2048"/>
                <a:gd name="T85" fmla="*/ 753 h 970"/>
                <a:gd name="T86" fmla="*/ 1295 w 2048"/>
                <a:gd name="T87" fmla="*/ 880 h 970"/>
                <a:gd name="T88" fmla="*/ 1831 w 2048"/>
                <a:gd name="T89" fmla="*/ 345 h 970"/>
                <a:gd name="T90" fmla="*/ 1703 w 2048"/>
                <a:gd name="T91" fmla="*/ 217 h 970"/>
                <a:gd name="T92" fmla="*/ 1831 w 2048"/>
                <a:gd name="T93" fmla="*/ 90 h 970"/>
                <a:gd name="T94" fmla="*/ 1958 w 2048"/>
                <a:gd name="T95" fmla="*/ 217 h 970"/>
                <a:gd name="T96" fmla="*/ 1831 w 2048"/>
                <a:gd name="T97" fmla="*/ 345 h 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048" h="970">
                  <a:moveTo>
                    <a:pt x="1831" y="0"/>
                  </a:moveTo>
                  <a:cubicBezTo>
                    <a:pt x="1711" y="0"/>
                    <a:pt x="1613" y="97"/>
                    <a:pt x="1613" y="217"/>
                  </a:cubicBezTo>
                  <a:cubicBezTo>
                    <a:pt x="1613" y="261"/>
                    <a:pt x="1626" y="302"/>
                    <a:pt x="1648" y="336"/>
                  </a:cubicBezTo>
                  <a:cubicBezTo>
                    <a:pt x="1413" y="571"/>
                    <a:pt x="1413" y="571"/>
                    <a:pt x="1413" y="571"/>
                  </a:cubicBezTo>
                  <a:cubicBezTo>
                    <a:pt x="1379" y="548"/>
                    <a:pt x="1339" y="535"/>
                    <a:pt x="1295" y="535"/>
                  </a:cubicBezTo>
                  <a:cubicBezTo>
                    <a:pt x="1250" y="535"/>
                    <a:pt x="1207" y="549"/>
                    <a:pt x="1173" y="573"/>
                  </a:cubicBezTo>
                  <a:cubicBezTo>
                    <a:pt x="935" y="336"/>
                    <a:pt x="935" y="336"/>
                    <a:pt x="935" y="336"/>
                  </a:cubicBezTo>
                  <a:cubicBezTo>
                    <a:pt x="958" y="302"/>
                    <a:pt x="971" y="261"/>
                    <a:pt x="971" y="217"/>
                  </a:cubicBezTo>
                  <a:cubicBezTo>
                    <a:pt x="971" y="97"/>
                    <a:pt x="873" y="0"/>
                    <a:pt x="753" y="0"/>
                  </a:cubicBezTo>
                  <a:cubicBezTo>
                    <a:pt x="633" y="0"/>
                    <a:pt x="536" y="97"/>
                    <a:pt x="536" y="217"/>
                  </a:cubicBezTo>
                  <a:cubicBezTo>
                    <a:pt x="536" y="261"/>
                    <a:pt x="549" y="302"/>
                    <a:pt x="571" y="336"/>
                  </a:cubicBezTo>
                  <a:cubicBezTo>
                    <a:pt x="336" y="571"/>
                    <a:pt x="336" y="571"/>
                    <a:pt x="336" y="571"/>
                  </a:cubicBezTo>
                  <a:cubicBezTo>
                    <a:pt x="302" y="548"/>
                    <a:pt x="261" y="535"/>
                    <a:pt x="217" y="535"/>
                  </a:cubicBezTo>
                  <a:cubicBezTo>
                    <a:pt x="98" y="535"/>
                    <a:pt x="0" y="633"/>
                    <a:pt x="0" y="753"/>
                  </a:cubicBezTo>
                  <a:cubicBezTo>
                    <a:pt x="0" y="873"/>
                    <a:pt x="98" y="970"/>
                    <a:pt x="217" y="970"/>
                  </a:cubicBezTo>
                  <a:cubicBezTo>
                    <a:pt x="337" y="970"/>
                    <a:pt x="435" y="873"/>
                    <a:pt x="435" y="753"/>
                  </a:cubicBezTo>
                  <a:cubicBezTo>
                    <a:pt x="435" y="709"/>
                    <a:pt x="422" y="668"/>
                    <a:pt x="400" y="634"/>
                  </a:cubicBezTo>
                  <a:cubicBezTo>
                    <a:pt x="635" y="399"/>
                    <a:pt x="635" y="399"/>
                    <a:pt x="635" y="399"/>
                  </a:cubicBezTo>
                  <a:cubicBezTo>
                    <a:pt x="669" y="422"/>
                    <a:pt x="709" y="435"/>
                    <a:pt x="753" y="435"/>
                  </a:cubicBezTo>
                  <a:cubicBezTo>
                    <a:pt x="797" y="435"/>
                    <a:pt x="838" y="422"/>
                    <a:pt x="872" y="399"/>
                  </a:cubicBezTo>
                  <a:cubicBezTo>
                    <a:pt x="1110" y="638"/>
                    <a:pt x="1110" y="638"/>
                    <a:pt x="1110" y="638"/>
                  </a:cubicBezTo>
                  <a:cubicBezTo>
                    <a:pt x="1090" y="671"/>
                    <a:pt x="1077" y="711"/>
                    <a:pt x="1077" y="753"/>
                  </a:cubicBezTo>
                  <a:cubicBezTo>
                    <a:pt x="1077" y="873"/>
                    <a:pt x="1175" y="970"/>
                    <a:pt x="1295" y="970"/>
                  </a:cubicBezTo>
                  <a:cubicBezTo>
                    <a:pt x="1415" y="970"/>
                    <a:pt x="1512" y="873"/>
                    <a:pt x="1512" y="753"/>
                  </a:cubicBezTo>
                  <a:cubicBezTo>
                    <a:pt x="1512" y="709"/>
                    <a:pt x="1499" y="668"/>
                    <a:pt x="1477" y="634"/>
                  </a:cubicBezTo>
                  <a:cubicBezTo>
                    <a:pt x="1712" y="399"/>
                    <a:pt x="1712" y="399"/>
                    <a:pt x="1712" y="399"/>
                  </a:cubicBezTo>
                  <a:cubicBezTo>
                    <a:pt x="1746" y="422"/>
                    <a:pt x="1787" y="435"/>
                    <a:pt x="1831" y="435"/>
                  </a:cubicBezTo>
                  <a:cubicBezTo>
                    <a:pt x="1950" y="435"/>
                    <a:pt x="2048" y="337"/>
                    <a:pt x="2048" y="217"/>
                  </a:cubicBezTo>
                  <a:cubicBezTo>
                    <a:pt x="2048" y="97"/>
                    <a:pt x="1950" y="0"/>
                    <a:pt x="1831" y="0"/>
                  </a:cubicBezTo>
                  <a:close/>
                  <a:moveTo>
                    <a:pt x="217" y="880"/>
                  </a:moveTo>
                  <a:cubicBezTo>
                    <a:pt x="147" y="880"/>
                    <a:pt x="90" y="823"/>
                    <a:pt x="90" y="753"/>
                  </a:cubicBezTo>
                  <a:cubicBezTo>
                    <a:pt x="90" y="682"/>
                    <a:pt x="147" y="625"/>
                    <a:pt x="217" y="625"/>
                  </a:cubicBezTo>
                  <a:cubicBezTo>
                    <a:pt x="288" y="625"/>
                    <a:pt x="345" y="682"/>
                    <a:pt x="345" y="753"/>
                  </a:cubicBezTo>
                  <a:cubicBezTo>
                    <a:pt x="345" y="823"/>
                    <a:pt x="288" y="880"/>
                    <a:pt x="217" y="880"/>
                  </a:cubicBezTo>
                  <a:close/>
                  <a:moveTo>
                    <a:pt x="753" y="345"/>
                  </a:moveTo>
                  <a:cubicBezTo>
                    <a:pt x="683" y="345"/>
                    <a:pt x="626" y="288"/>
                    <a:pt x="626" y="217"/>
                  </a:cubicBezTo>
                  <a:cubicBezTo>
                    <a:pt x="626" y="147"/>
                    <a:pt x="683" y="90"/>
                    <a:pt x="753" y="90"/>
                  </a:cubicBezTo>
                  <a:cubicBezTo>
                    <a:pt x="823" y="90"/>
                    <a:pt x="881" y="147"/>
                    <a:pt x="881" y="217"/>
                  </a:cubicBezTo>
                  <a:cubicBezTo>
                    <a:pt x="881" y="288"/>
                    <a:pt x="823" y="345"/>
                    <a:pt x="753" y="345"/>
                  </a:cubicBezTo>
                  <a:close/>
                  <a:moveTo>
                    <a:pt x="1295" y="880"/>
                  </a:moveTo>
                  <a:cubicBezTo>
                    <a:pt x="1225" y="880"/>
                    <a:pt x="1167" y="823"/>
                    <a:pt x="1167" y="753"/>
                  </a:cubicBezTo>
                  <a:cubicBezTo>
                    <a:pt x="1167" y="682"/>
                    <a:pt x="1225" y="625"/>
                    <a:pt x="1295" y="625"/>
                  </a:cubicBezTo>
                  <a:cubicBezTo>
                    <a:pt x="1365" y="625"/>
                    <a:pt x="1422" y="682"/>
                    <a:pt x="1422" y="753"/>
                  </a:cubicBezTo>
                  <a:cubicBezTo>
                    <a:pt x="1422" y="823"/>
                    <a:pt x="1365" y="880"/>
                    <a:pt x="1295" y="880"/>
                  </a:cubicBezTo>
                  <a:close/>
                  <a:moveTo>
                    <a:pt x="1831" y="345"/>
                  </a:moveTo>
                  <a:cubicBezTo>
                    <a:pt x="1760" y="345"/>
                    <a:pt x="1703" y="288"/>
                    <a:pt x="1703" y="217"/>
                  </a:cubicBezTo>
                  <a:cubicBezTo>
                    <a:pt x="1703" y="147"/>
                    <a:pt x="1760" y="90"/>
                    <a:pt x="1831" y="90"/>
                  </a:cubicBezTo>
                  <a:cubicBezTo>
                    <a:pt x="1901" y="90"/>
                    <a:pt x="1958" y="147"/>
                    <a:pt x="1958" y="217"/>
                  </a:cubicBezTo>
                  <a:cubicBezTo>
                    <a:pt x="1958" y="288"/>
                    <a:pt x="1901" y="345"/>
                    <a:pt x="1831" y="3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4752975" y="2598738"/>
              <a:ext cx="176213" cy="174625"/>
            </a:xfrm>
            <a:custGeom>
              <a:avLst/>
              <a:gdLst>
                <a:gd name="T0" fmla="*/ 172 w 190"/>
                <a:gd name="T1" fmla="*/ 18 h 186"/>
                <a:gd name="T2" fmla="*/ 109 w 190"/>
                <a:gd name="T3" fmla="*/ 18 h 186"/>
                <a:gd name="T4" fmla="*/ 17 w 190"/>
                <a:gd name="T5" fmla="*/ 109 h 186"/>
                <a:gd name="T6" fmla="*/ 17 w 190"/>
                <a:gd name="T7" fmla="*/ 173 h 186"/>
                <a:gd name="T8" fmla="*/ 49 w 190"/>
                <a:gd name="T9" fmla="*/ 186 h 186"/>
                <a:gd name="T10" fmla="*/ 81 w 190"/>
                <a:gd name="T11" fmla="*/ 173 h 186"/>
                <a:gd name="T12" fmla="*/ 172 w 190"/>
                <a:gd name="T13" fmla="*/ 81 h 186"/>
                <a:gd name="T14" fmla="*/ 172 w 190"/>
                <a:gd name="T15" fmla="*/ 1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186">
                  <a:moveTo>
                    <a:pt x="172" y="18"/>
                  </a:moveTo>
                  <a:cubicBezTo>
                    <a:pt x="155" y="0"/>
                    <a:pt x="126" y="0"/>
                    <a:pt x="109" y="18"/>
                  </a:cubicBezTo>
                  <a:cubicBezTo>
                    <a:pt x="17" y="109"/>
                    <a:pt x="17" y="109"/>
                    <a:pt x="17" y="109"/>
                  </a:cubicBezTo>
                  <a:cubicBezTo>
                    <a:pt x="0" y="127"/>
                    <a:pt x="0" y="155"/>
                    <a:pt x="17" y="173"/>
                  </a:cubicBezTo>
                  <a:cubicBezTo>
                    <a:pt x="26" y="182"/>
                    <a:pt x="37" y="186"/>
                    <a:pt x="49" y="186"/>
                  </a:cubicBezTo>
                  <a:cubicBezTo>
                    <a:pt x="60" y="186"/>
                    <a:pt x="72" y="182"/>
                    <a:pt x="81" y="173"/>
                  </a:cubicBezTo>
                  <a:cubicBezTo>
                    <a:pt x="172" y="81"/>
                    <a:pt x="172" y="81"/>
                    <a:pt x="172" y="81"/>
                  </a:cubicBezTo>
                  <a:cubicBezTo>
                    <a:pt x="190" y="64"/>
                    <a:pt x="190" y="35"/>
                    <a:pt x="172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7"/>
            <p:cNvSpPr>
              <a:spLocks/>
            </p:cNvSpPr>
            <p:nvPr/>
          </p:nvSpPr>
          <p:spPr bwMode="auto">
            <a:xfrm>
              <a:off x="5486400" y="2330451"/>
              <a:ext cx="177800" cy="174625"/>
            </a:xfrm>
            <a:custGeom>
              <a:avLst/>
              <a:gdLst>
                <a:gd name="T0" fmla="*/ 173 w 190"/>
                <a:gd name="T1" fmla="*/ 18 h 186"/>
                <a:gd name="T2" fmla="*/ 109 w 190"/>
                <a:gd name="T3" fmla="*/ 18 h 186"/>
                <a:gd name="T4" fmla="*/ 18 w 190"/>
                <a:gd name="T5" fmla="*/ 109 h 186"/>
                <a:gd name="T6" fmla="*/ 18 w 190"/>
                <a:gd name="T7" fmla="*/ 173 h 186"/>
                <a:gd name="T8" fmla="*/ 50 w 190"/>
                <a:gd name="T9" fmla="*/ 186 h 186"/>
                <a:gd name="T10" fmla="*/ 81 w 190"/>
                <a:gd name="T11" fmla="*/ 173 h 186"/>
                <a:gd name="T12" fmla="*/ 173 w 190"/>
                <a:gd name="T13" fmla="*/ 81 h 186"/>
                <a:gd name="T14" fmla="*/ 173 w 190"/>
                <a:gd name="T15" fmla="*/ 1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0" h="186">
                  <a:moveTo>
                    <a:pt x="173" y="18"/>
                  </a:moveTo>
                  <a:cubicBezTo>
                    <a:pt x="155" y="0"/>
                    <a:pt x="127" y="0"/>
                    <a:pt x="109" y="18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0" y="127"/>
                    <a:pt x="0" y="155"/>
                    <a:pt x="18" y="173"/>
                  </a:cubicBezTo>
                  <a:cubicBezTo>
                    <a:pt x="27" y="182"/>
                    <a:pt x="38" y="186"/>
                    <a:pt x="50" y="186"/>
                  </a:cubicBezTo>
                  <a:cubicBezTo>
                    <a:pt x="61" y="186"/>
                    <a:pt x="73" y="181"/>
                    <a:pt x="81" y="173"/>
                  </a:cubicBezTo>
                  <a:cubicBezTo>
                    <a:pt x="173" y="81"/>
                    <a:pt x="173" y="81"/>
                    <a:pt x="173" y="81"/>
                  </a:cubicBezTo>
                  <a:cubicBezTo>
                    <a:pt x="190" y="64"/>
                    <a:pt x="190" y="35"/>
                    <a:pt x="173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7154957-68AB-414D-8F5B-A49D3A26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2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64379" y="786063"/>
            <a:ext cx="3913813" cy="5710989"/>
            <a:chOff x="5328927" y="1122869"/>
            <a:chExt cx="3188970" cy="3173095"/>
          </a:xfrm>
        </p:grpSpPr>
        <p:sp>
          <p:nvSpPr>
            <p:cNvPr id="7" name="object 7"/>
            <p:cNvSpPr/>
            <p:nvPr/>
          </p:nvSpPr>
          <p:spPr>
            <a:xfrm>
              <a:off x="8095234" y="2430894"/>
              <a:ext cx="324485" cy="440690"/>
            </a:xfrm>
            <a:custGeom>
              <a:avLst/>
              <a:gdLst/>
              <a:ahLst/>
              <a:cxnLst/>
              <a:rect l="l" t="t" r="r" b="b"/>
              <a:pathLst>
                <a:path w="324484" h="440689">
                  <a:moveTo>
                    <a:pt x="95389" y="59372"/>
                  </a:moveTo>
                  <a:lnTo>
                    <a:pt x="63652" y="0"/>
                  </a:lnTo>
                  <a:lnTo>
                    <a:pt x="0" y="34048"/>
                  </a:lnTo>
                  <a:lnTo>
                    <a:pt x="31737" y="93370"/>
                  </a:lnTo>
                  <a:lnTo>
                    <a:pt x="95389" y="59372"/>
                  </a:lnTo>
                  <a:close/>
                </a:path>
                <a:path w="324484" h="440689">
                  <a:moveTo>
                    <a:pt x="324472" y="301510"/>
                  </a:moveTo>
                  <a:lnTo>
                    <a:pt x="304203" y="241338"/>
                  </a:lnTo>
                  <a:lnTo>
                    <a:pt x="240792" y="275145"/>
                  </a:lnTo>
                  <a:lnTo>
                    <a:pt x="244411" y="283933"/>
                  </a:lnTo>
                  <a:lnTo>
                    <a:pt x="248259" y="305574"/>
                  </a:lnTo>
                  <a:lnTo>
                    <a:pt x="241769" y="332930"/>
                  </a:lnTo>
                  <a:lnTo>
                    <a:pt x="214439" y="358902"/>
                  </a:lnTo>
                  <a:lnTo>
                    <a:pt x="197523" y="365442"/>
                  </a:lnTo>
                  <a:lnTo>
                    <a:pt x="179844" y="366509"/>
                  </a:lnTo>
                  <a:lnTo>
                    <a:pt x="162687" y="362204"/>
                  </a:lnTo>
                  <a:lnTo>
                    <a:pt x="129413" y="328536"/>
                  </a:lnTo>
                  <a:lnTo>
                    <a:pt x="124371" y="298983"/>
                  </a:lnTo>
                  <a:lnTo>
                    <a:pt x="128168" y="280682"/>
                  </a:lnTo>
                  <a:lnTo>
                    <a:pt x="138785" y="262166"/>
                  </a:lnTo>
                  <a:lnTo>
                    <a:pt x="157924" y="245173"/>
                  </a:lnTo>
                  <a:lnTo>
                    <a:pt x="187299" y="231482"/>
                  </a:lnTo>
                  <a:lnTo>
                    <a:pt x="111226" y="88646"/>
                  </a:lnTo>
                  <a:lnTo>
                    <a:pt x="48526" y="122097"/>
                  </a:lnTo>
                  <a:lnTo>
                    <a:pt x="93294" y="205854"/>
                  </a:lnTo>
                  <a:lnTo>
                    <a:pt x="82257" y="218249"/>
                  </a:lnTo>
                  <a:lnTo>
                    <a:pt x="61874" y="252780"/>
                  </a:lnTo>
                  <a:lnTo>
                    <a:pt x="51193" y="305447"/>
                  </a:lnTo>
                  <a:lnTo>
                    <a:pt x="69265" y="372275"/>
                  </a:lnTo>
                  <a:lnTo>
                    <a:pt x="103581" y="414997"/>
                  </a:lnTo>
                  <a:lnTo>
                    <a:pt x="143713" y="435698"/>
                  </a:lnTo>
                  <a:lnTo>
                    <a:pt x="184670" y="440118"/>
                  </a:lnTo>
                  <a:lnTo>
                    <a:pt x="221449" y="433997"/>
                  </a:lnTo>
                  <a:lnTo>
                    <a:pt x="249034" y="423062"/>
                  </a:lnTo>
                  <a:lnTo>
                    <a:pt x="271043" y="409244"/>
                  </a:lnTo>
                  <a:lnTo>
                    <a:pt x="297738" y="384822"/>
                  </a:lnTo>
                  <a:lnTo>
                    <a:pt x="318935" y="349123"/>
                  </a:lnTo>
                  <a:lnTo>
                    <a:pt x="324472" y="30151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90738" y="1981009"/>
              <a:ext cx="205740" cy="352425"/>
            </a:xfrm>
            <a:custGeom>
              <a:avLst/>
              <a:gdLst/>
              <a:ahLst/>
              <a:cxnLst/>
              <a:rect l="l" t="t" r="r" b="b"/>
              <a:pathLst>
                <a:path w="205740" h="352425">
                  <a:moveTo>
                    <a:pt x="137401" y="1549"/>
                  </a:moveTo>
                  <a:lnTo>
                    <a:pt x="82296" y="0"/>
                  </a:lnTo>
                  <a:lnTo>
                    <a:pt x="80924" y="51371"/>
                  </a:lnTo>
                  <a:lnTo>
                    <a:pt x="135966" y="52920"/>
                  </a:lnTo>
                  <a:lnTo>
                    <a:pt x="137401" y="1549"/>
                  </a:lnTo>
                  <a:close/>
                </a:path>
                <a:path w="205740" h="352425">
                  <a:moveTo>
                    <a:pt x="205473" y="252564"/>
                  </a:moveTo>
                  <a:lnTo>
                    <a:pt x="150609" y="251079"/>
                  </a:lnTo>
                  <a:lnTo>
                    <a:pt x="149669" y="258254"/>
                  </a:lnTo>
                  <a:lnTo>
                    <a:pt x="144018" y="274015"/>
                  </a:lnTo>
                  <a:lnTo>
                    <a:pt x="129374" y="289687"/>
                  </a:lnTo>
                  <a:lnTo>
                    <a:pt x="101485" y="296595"/>
                  </a:lnTo>
                  <a:lnTo>
                    <a:pt x="87782" y="294576"/>
                  </a:lnTo>
                  <a:lnTo>
                    <a:pt x="75628" y="288607"/>
                  </a:lnTo>
                  <a:lnTo>
                    <a:pt x="65836" y="279285"/>
                  </a:lnTo>
                  <a:lnTo>
                    <a:pt x="59232" y="267144"/>
                  </a:lnTo>
                  <a:lnTo>
                    <a:pt x="56515" y="255828"/>
                  </a:lnTo>
                  <a:lnTo>
                    <a:pt x="56515" y="244348"/>
                  </a:lnTo>
                  <a:lnTo>
                    <a:pt x="87909" y="203784"/>
                  </a:lnTo>
                  <a:lnTo>
                    <a:pt x="107022" y="199771"/>
                  </a:lnTo>
                  <a:lnTo>
                    <a:pt x="131660" y="201904"/>
                  </a:lnTo>
                  <a:lnTo>
                    <a:pt x="135128" y="78257"/>
                  </a:lnTo>
                  <a:lnTo>
                    <a:pt x="80860" y="76695"/>
                  </a:lnTo>
                  <a:lnTo>
                    <a:pt x="78892" y="149225"/>
                  </a:lnTo>
                  <a:lnTo>
                    <a:pt x="66878" y="153250"/>
                  </a:lnTo>
                  <a:lnTo>
                    <a:pt x="40271" y="168427"/>
                  </a:lnTo>
                  <a:lnTo>
                    <a:pt x="13258" y="199326"/>
                  </a:lnTo>
                  <a:lnTo>
                    <a:pt x="0" y="250532"/>
                  </a:lnTo>
                  <a:lnTo>
                    <a:pt x="10363" y="300126"/>
                  </a:lnTo>
                  <a:lnTo>
                    <a:pt x="37617" y="331127"/>
                  </a:lnTo>
                  <a:lnTo>
                    <a:pt x="71069" y="347243"/>
                  </a:lnTo>
                  <a:lnTo>
                    <a:pt x="99987" y="352209"/>
                  </a:lnTo>
                  <a:lnTo>
                    <a:pt x="126072" y="350520"/>
                  </a:lnTo>
                  <a:lnTo>
                    <a:pt x="160858" y="338924"/>
                  </a:lnTo>
                  <a:lnTo>
                    <a:pt x="191579" y="309054"/>
                  </a:lnTo>
                  <a:lnTo>
                    <a:pt x="205473" y="25256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07547" y="4112011"/>
              <a:ext cx="558165" cy="181610"/>
            </a:xfrm>
            <a:custGeom>
              <a:avLst/>
              <a:gdLst/>
              <a:ahLst/>
              <a:cxnLst/>
              <a:rect l="l" t="t" r="r" b="b"/>
              <a:pathLst>
                <a:path w="558165" h="181610">
                  <a:moveTo>
                    <a:pt x="557712" y="0"/>
                  </a:moveTo>
                  <a:lnTo>
                    <a:pt x="0" y="0"/>
                  </a:lnTo>
                  <a:lnTo>
                    <a:pt x="0" y="181285"/>
                  </a:lnTo>
                  <a:lnTo>
                    <a:pt x="557712" y="181285"/>
                  </a:lnTo>
                  <a:lnTo>
                    <a:pt x="557712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84110" y="4061332"/>
              <a:ext cx="600710" cy="232410"/>
            </a:xfrm>
            <a:custGeom>
              <a:avLst/>
              <a:gdLst/>
              <a:ahLst/>
              <a:cxnLst/>
              <a:rect l="l" t="t" r="r" b="b"/>
              <a:pathLst>
                <a:path w="600709" h="232410">
                  <a:moveTo>
                    <a:pt x="214490" y="79933"/>
                  </a:moveTo>
                  <a:lnTo>
                    <a:pt x="101358" y="79933"/>
                  </a:lnTo>
                  <a:lnTo>
                    <a:pt x="101358" y="107238"/>
                  </a:lnTo>
                  <a:lnTo>
                    <a:pt x="214490" y="107238"/>
                  </a:lnTo>
                  <a:lnTo>
                    <a:pt x="214490" y="79933"/>
                  </a:lnTo>
                  <a:close/>
                </a:path>
                <a:path w="600709" h="232410">
                  <a:moveTo>
                    <a:pt x="600684" y="0"/>
                  </a:moveTo>
                  <a:lnTo>
                    <a:pt x="288658" y="0"/>
                  </a:lnTo>
                  <a:lnTo>
                    <a:pt x="0" y="0"/>
                  </a:lnTo>
                  <a:lnTo>
                    <a:pt x="0" y="50685"/>
                  </a:lnTo>
                  <a:lnTo>
                    <a:pt x="288950" y="50685"/>
                  </a:lnTo>
                  <a:lnTo>
                    <a:pt x="300316" y="231965"/>
                  </a:lnTo>
                  <a:lnTo>
                    <a:pt x="581139" y="231965"/>
                  </a:lnTo>
                  <a:lnTo>
                    <a:pt x="581139" y="50685"/>
                  </a:lnTo>
                  <a:lnTo>
                    <a:pt x="600684" y="50685"/>
                  </a:lnTo>
                  <a:lnTo>
                    <a:pt x="600684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70956" y="4202687"/>
              <a:ext cx="145415" cy="57785"/>
            </a:xfrm>
            <a:custGeom>
              <a:avLst/>
              <a:gdLst/>
              <a:ahLst/>
              <a:cxnLst/>
              <a:rect l="l" t="t" r="r" b="b"/>
              <a:pathLst>
                <a:path w="145415" h="57785">
                  <a:moveTo>
                    <a:pt x="145225" y="0"/>
                  </a:moveTo>
                  <a:lnTo>
                    <a:pt x="0" y="0"/>
                  </a:lnTo>
                  <a:lnTo>
                    <a:pt x="0" y="57634"/>
                  </a:lnTo>
                  <a:lnTo>
                    <a:pt x="145225" y="57634"/>
                  </a:lnTo>
                  <a:lnTo>
                    <a:pt x="145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8927" y="2752988"/>
              <a:ext cx="861298" cy="152977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51775" y="3887101"/>
              <a:ext cx="483870" cy="386715"/>
            </a:xfrm>
            <a:custGeom>
              <a:avLst/>
              <a:gdLst/>
              <a:ahLst/>
              <a:cxnLst/>
              <a:rect l="l" t="t" r="r" b="b"/>
              <a:pathLst>
                <a:path w="483870" h="386714">
                  <a:moveTo>
                    <a:pt x="483374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66027"/>
                  </a:lnTo>
                  <a:lnTo>
                    <a:pt x="0" y="67297"/>
                  </a:lnTo>
                  <a:lnTo>
                    <a:pt x="50101" y="67297"/>
                  </a:lnTo>
                  <a:lnTo>
                    <a:pt x="114808" y="386499"/>
                  </a:lnTo>
                  <a:lnTo>
                    <a:pt x="371436" y="386499"/>
                  </a:lnTo>
                  <a:lnTo>
                    <a:pt x="438315" y="67297"/>
                  </a:lnTo>
                  <a:lnTo>
                    <a:pt x="483374" y="67297"/>
                  </a:lnTo>
                  <a:lnTo>
                    <a:pt x="483374" y="66027"/>
                  </a:lnTo>
                  <a:lnTo>
                    <a:pt x="482650" y="66027"/>
                  </a:lnTo>
                  <a:lnTo>
                    <a:pt x="482650" y="65773"/>
                  </a:lnTo>
                  <a:lnTo>
                    <a:pt x="483374" y="65773"/>
                  </a:lnTo>
                  <a:lnTo>
                    <a:pt x="483374" y="1270"/>
                  </a:lnTo>
                  <a:lnTo>
                    <a:pt x="483374" y="0"/>
                  </a:lnTo>
                  <a:close/>
                </a:path>
              </a:pathLst>
            </a:custGeom>
            <a:solidFill>
              <a:srgbClr val="253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97264" y="4241260"/>
              <a:ext cx="393065" cy="51435"/>
            </a:xfrm>
            <a:custGeom>
              <a:avLst/>
              <a:gdLst/>
              <a:ahLst/>
              <a:cxnLst/>
              <a:rect l="l" t="t" r="r" b="b"/>
              <a:pathLst>
                <a:path w="393065" h="51435">
                  <a:moveTo>
                    <a:pt x="393004" y="0"/>
                  </a:moveTo>
                  <a:lnTo>
                    <a:pt x="0" y="0"/>
                  </a:lnTo>
                  <a:lnTo>
                    <a:pt x="36993" y="50824"/>
                  </a:lnTo>
                  <a:lnTo>
                    <a:pt x="348898" y="50824"/>
                  </a:lnTo>
                  <a:lnTo>
                    <a:pt x="393004" y="0"/>
                  </a:lnTo>
                  <a:close/>
                </a:path>
              </a:pathLst>
            </a:custGeom>
            <a:solidFill>
              <a:srgbClr val="455A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53375" y="3255213"/>
              <a:ext cx="229870" cy="714375"/>
            </a:xfrm>
            <a:custGeom>
              <a:avLst/>
              <a:gdLst/>
              <a:ahLst/>
              <a:cxnLst/>
              <a:rect l="l" t="t" r="r" b="b"/>
              <a:pathLst>
                <a:path w="229870" h="714375">
                  <a:moveTo>
                    <a:pt x="91554" y="714362"/>
                  </a:moveTo>
                  <a:lnTo>
                    <a:pt x="77901" y="468020"/>
                  </a:lnTo>
                  <a:lnTo>
                    <a:pt x="67056" y="354418"/>
                  </a:lnTo>
                  <a:lnTo>
                    <a:pt x="53162" y="248005"/>
                  </a:lnTo>
                  <a:lnTo>
                    <a:pt x="37058" y="154838"/>
                  </a:lnTo>
                  <a:lnTo>
                    <a:pt x="0" y="0"/>
                  </a:lnTo>
                  <a:lnTo>
                    <a:pt x="6273" y="27597"/>
                  </a:lnTo>
                  <a:lnTo>
                    <a:pt x="58991" y="318135"/>
                  </a:lnTo>
                  <a:lnTo>
                    <a:pt x="74574" y="468198"/>
                  </a:lnTo>
                  <a:lnTo>
                    <a:pt x="91554" y="714362"/>
                  </a:lnTo>
                  <a:close/>
                </a:path>
                <a:path w="229870" h="714375">
                  <a:moveTo>
                    <a:pt x="216827" y="161645"/>
                  </a:moveTo>
                  <a:lnTo>
                    <a:pt x="215874" y="163436"/>
                  </a:lnTo>
                  <a:lnTo>
                    <a:pt x="215150" y="165049"/>
                  </a:lnTo>
                  <a:lnTo>
                    <a:pt x="214528" y="166903"/>
                  </a:lnTo>
                  <a:lnTo>
                    <a:pt x="213118" y="170243"/>
                  </a:lnTo>
                  <a:lnTo>
                    <a:pt x="208876" y="181178"/>
                  </a:lnTo>
                  <a:lnTo>
                    <a:pt x="204927" y="191693"/>
                  </a:lnTo>
                  <a:lnTo>
                    <a:pt x="202184" y="199936"/>
                  </a:lnTo>
                  <a:lnTo>
                    <a:pt x="200748" y="204482"/>
                  </a:lnTo>
                  <a:lnTo>
                    <a:pt x="198424" y="211569"/>
                  </a:lnTo>
                  <a:lnTo>
                    <a:pt x="196011" y="219138"/>
                  </a:lnTo>
                  <a:lnTo>
                    <a:pt x="193598" y="227177"/>
                  </a:lnTo>
                  <a:lnTo>
                    <a:pt x="189636" y="241579"/>
                  </a:lnTo>
                  <a:lnTo>
                    <a:pt x="187718" y="247662"/>
                  </a:lnTo>
                  <a:lnTo>
                    <a:pt x="186220" y="254063"/>
                  </a:lnTo>
                  <a:lnTo>
                    <a:pt x="183121" y="266903"/>
                  </a:lnTo>
                  <a:lnTo>
                    <a:pt x="178993" y="284657"/>
                  </a:lnTo>
                  <a:lnTo>
                    <a:pt x="176745" y="295630"/>
                  </a:lnTo>
                  <a:lnTo>
                    <a:pt x="174548" y="306946"/>
                  </a:lnTo>
                  <a:lnTo>
                    <a:pt x="172237" y="318579"/>
                  </a:lnTo>
                  <a:lnTo>
                    <a:pt x="164490" y="368198"/>
                  </a:lnTo>
                  <a:lnTo>
                    <a:pt x="158673" y="421805"/>
                  </a:lnTo>
                  <a:lnTo>
                    <a:pt x="155232" y="475703"/>
                  </a:lnTo>
                  <a:lnTo>
                    <a:pt x="154127" y="525805"/>
                  </a:lnTo>
                  <a:lnTo>
                    <a:pt x="154292" y="549211"/>
                  </a:lnTo>
                  <a:lnTo>
                    <a:pt x="154724" y="571233"/>
                  </a:lnTo>
                  <a:lnTo>
                    <a:pt x="155448" y="591794"/>
                  </a:lnTo>
                  <a:lnTo>
                    <a:pt x="156527" y="610755"/>
                  </a:lnTo>
                  <a:lnTo>
                    <a:pt x="156997" y="619607"/>
                  </a:lnTo>
                  <a:lnTo>
                    <a:pt x="157594" y="627976"/>
                  </a:lnTo>
                  <a:lnTo>
                    <a:pt x="158788" y="643305"/>
                  </a:lnTo>
                  <a:lnTo>
                    <a:pt x="159499" y="652716"/>
                  </a:lnTo>
                  <a:lnTo>
                    <a:pt x="160439" y="661035"/>
                  </a:lnTo>
                  <a:lnTo>
                    <a:pt x="161899" y="674370"/>
                  </a:lnTo>
                  <a:lnTo>
                    <a:pt x="162433" y="679818"/>
                  </a:lnTo>
                  <a:lnTo>
                    <a:pt x="162979" y="683323"/>
                  </a:lnTo>
                  <a:lnTo>
                    <a:pt x="163461" y="686892"/>
                  </a:lnTo>
                  <a:lnTo>
                    <a:pt x="163817" y="688708"/>
                  </a:lnTo>
                  <a:lnTo>
                    <a:pt x="163995" y="686892"/>
                  </a:lnTo>
                  <a:lnTo>
                    <a:pt x="163995" y="685063"/>
                  </a:lnTo>
                  <a:lnTo>
                    <a:pt x="163817" y="683323"/>
                  </a:lnTo>
                  <a:lnTo>
                    <a:pt x="163156" y="674509"/>
                  </a:lnTo>
                  <a:lnTo>
                    <a:pt x="162623" y="667766"/>
                  </a:lnTo>
                  <a:lnTo>
                    <a:pt x="162039" y="661314"/>
                  </a:lnTo>
                  <a:lnTo>
                    <a:pt x="161556" y="652932"/>
                  </a:lnTo>
                  <a:lnTo>
                    <a:pt x="160375" y="635774"/>
                  </a:lnTo>
                  <a:lnTo>
                    <a:pt x="159880" y="627976"/>
                  </a:lnTo>
                  <a:lnTo>
                    <a:pt x="159410" y="619607"/>
                  </a:lnTo>
                  <a:lnTo>
                    <a:pt x="159042" y="610755"/>
                  </a:lnTo>
                  <a:lnTo>
                    <a:pt x="158038" y="591794"/>
                  </a:lnTo>
                  <a:lnTo>
                    <a:pt x="157467" y="571233"/>
                  </a:lnTo>
                  <a:lnTo>
                    <a:pt x="157264" y="549211"/>
                  </a:lnTo>
                  <a:lnTo>
                    <a:pt x="157416" y="525805"/>
                  </a:lnTo>
                  <a:lnTo>
                    <a:pt x="158813" y="475703"/>
                  </a:lnTo>
                  <a:lnTo>
                    <a:pt x="162255" y="422097"/>
                  </a:lnTo>
                  <a:lnTo>
                    <a:pt x="168071" y="368693"/>
                  </a:lnTo>
                  <a:lnTo>
                    <a:pt x="175463" y="319176"/>
                  </a:lnTo>
                  <a:lnTo>
                    <a:pt x="177698" y="307505"/>
                  </a:lnTo>
                  <a:lnTo>
                    <a:pt x="179832" y="296189"/>
                  </a:lnTo>
                  <a:lnTo>
                    <a:pt x="182029" y="285254"/>
                  </a:lnTo>
                  <a:lnTo>
                    <a:pt x="184429" y="274726"/>
                  </a:lnTo>
                  <a:lnTo>
                    <a:pt x="185928" y="267741"/>
                  </a:lnTo>
                  <a:lnTo>
                    <a:pt x="187121" y="260934"/>
                  </a:lnTo>
                  <a:lnTo>
                    <a:pt x="190588" y="248323"/>
                  </a:lnTo>
                  <a:lnTo>
                    <a:pt x="192138" y="242227"/>
                  </a:lnTo>
                  <a:lnTo>
                    <a:pt x="193751" y="236372"/>
                  </a:lnTo>
                  <a:lnTo>
                    <a:pt x="195973" y="227799"/>
                  </a:lnTo>
                  <a:lnTo>
                    <a:pt x="198259" y="219735"/>
                  </a:lnTo>
                  <a:lnTo>
                    <a:pt x="200533" y="212140"/>
                  </a:lnTo>
                  <a:lnTo>
                    <a:pt x="202717" y="205016"/>
                  </a:lnTo>
                  <a:lnTo>
                    <a:pt x="204152" y="200469"/>
                  </a:lnTo>
                  <a:lnTo>
                    <a:pt x="205409" y="196227"/>
                  </a:lnTo>
                  <a:lnTo>
                    <a:pt x="206540" y="192290"/>
                  </a:lnTo>
                  <a:lnTo>
                    <a:pt x="210312" y="181660"/>
                  </a:lnTo>
                  <a:lnTo>
                    <a:pt x="212394" y="175501"/>
                  </a:lnTo>
                  <a:lnTo>
                    <a:pt x="214007" y="170548"/>
                  </a:lnTo>
                  <a:lnTo>
                    <a:pt x="215328" y="166903"/>
                  </a:lnTo>
                  <a:lnTo>
                    <a:pt x="215988" y="165227"/>
                  </a:lnTo>
                  <a:lnTo>
                    <a:pt x="216458" y="163436"/>
                  </a:lnTo>
                  <a:lnTo>
                    <a:pt x="216827" y="161645"/>
                  </a:lnTo>
                  <a:close/>
                </a:path>
                <a:path w="229870" h="714375">
                  <a:moveTo>
                    <a:pt x="229374" y="289839"/>
                  </a:moveTo>
                  <a:lnTo>
                    <a:pt x="199758" y="370662"/>
                  </a:lnTo>
                  <a:lnTo>
                    <a:pt x="188683" y="437426"/>
                  </a:lnTo>
                  <a:lnTo>
                    <a:pt x="185127" y="508393"/>
                  </a:lnTo>
                  <a:lnTo>
                    <a:pt x="185674" y="542226"/>
                  </a:lnTo>
                  <a:lnTo>
                    <a:pt x="187515" y="576008"/>
                  </a:lnTo>
                  <a:lnTo>
                    <a:pt x="192049" y="621931"/>
                  </a:lnTo>
                  <a:lnTo>
                    <a:pt x="198780" y="665048"/>
                  </a:lnTo>
                  <a:lnTo>
                    <a:pt x="190614" y="575805"/>
                  </a:lnTo>
                  <a:lnTo>
                    <a:pt x="189103" y="542124"/>
                  </a:lnTo>
                  <a:lnTo>
                    <a:pt x="189509" y="474726"/>
                  </a:lnTo>
                  <a:lnTo>
                    <a:pt x="196684" y="400951"/>
                  </a:lnTo>
                  <a:lnTo>
                    <a:pt x="212280" y="333933"/>
                  </a:lnTo>
                  <a:lnTo>
                    <a:pt x="229374" y="289839"/>
                  </a:lnTo>
                  <a:close/>
                </a:path>
              </a:pathLst>
            </a:custGeom>
            <a:solidFill>
              <a:srgbClr val="253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19921" y="3270375"/>
              <a:ext cx="224790" cy="413384"/>
            </a:xfrm>
            <a:custGeom>
              <a:avLst/>
              <a:gdLst/>
              <a:ahLst/>
              <a:cxnLst/>
              <a:rect l="l" t="t" r="r" b="b"/>
              <a:pathLst>
                <a:path w="224790" h="413385">
                  <a:moveTo>
                    <a:pt x="104220" y="0"/>
                  </a:moveTo>
                  <a:lnTo>
                    <a:pt x="58216" y="18514"/>
                  </a:lnTo>
                  <a:lnTo>
                    <a:pt x="30151" y="60454"/>
                  </a:lnTo>
                  <a:lnTo>
                    <a:pt x="9239" y="132486"/>
                  </a:lnTo>
                  <a:lnTo>
                    <a:pt x="2585" y="173268"/>
                  </a:lnTo>
                  <a:lnTo>
                    <a:pt x="0" y="214364"/>
                  </a:lnTo>
                  <a:lnTo>
                    <a:pt x="2204" y="255437"/>
                  </a:lnTo>
                  <a:lnTo>
                    <a:pt x="10023" y="296051"/>
                  </a:lnTo>
                  <a:lnTo>
                    <a:pt x="23876" y="335000"/>
                  </a:lnTo>
                  <a:lnTo>
                    <a:pt x="43881" y="370937"/>
                  </a:lnTo>
                  <a:lnTo>
                    <a:pt x="70155" y="402511"/>
                  </a:lnTo>
                  <a:lnTo>
                    <a:pt x="86955" y="413172"/>
                  </a:lnTo>
                  <a:lnTo>
                    <a:pt x="93523" y="413145"/>
                  </a:lnTo>
                  <a:lnTo>
                    <a:pt x="141755" y="367630"/>
                  </a:lnTo>
                  <a:lnTo>
                    <a:pt x="171620" y="325414"/>
                  </a:lnTo>
                  <a:lnTo>
                    <a:pt x="195121" y="279631"/>
                  </a:lnTo>
                  <a:lnTo>
                    <a:pt x="211947" y="231000"/>
                  </a:lnTo>
                  <a:lnTo>
                    <a:pt x="221792" y="180242"/>
                  </a:lnTo>
                  <a:lnTo>
                    <a:pt x="224345" y="128077"/>
                  </a:lnTo>
                  <a:lnTo>
                    <a:pt x="223390" y="112409"/>
                  </a:lnTo>
                  <a:lnTo>
                    <a:pt x="209464" y="68339"/>
                  </a:lnTo>
                  <a:lnTo>
                    <a:pt x="167249" y="38694"/>
                  </a:lnTo>
                  <a:lnTo>
                    <a:pt x="151553" y="39606"/>
                  </a:lnTo>
                  <a:lnTo>
                    <a:pt x="146452" y="23992"/>
                  </a:lnTo>
                  <a:lnTo>
                    <a:pt x="135574" y="11469"/>
                  </a:lnTo>
                  <a:lnTo>
                    <a:pt x="120852" y="3113"/>
                  </a:lnTo>
                  <a:lnTo>
                    <a:pt x="104220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5765" y="3042476"/>
              <a:ext cx="136260" cy="15770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751724" y="3951681"/>
              <a:ext cx="483870" cy="162560"/>
            </a:xfrm>
            <a:custGeom>
              <a:avLst/>
              <a:gdLst/>
              <a:ahLst/>
              <a:cxnLst/>
              <a:rect l="l" t="t" r="r" b="b"/>
              <a:pathLst>
                <a:path w="483870" h="162560">
                  <a:moveTo>
                    <a:pt x="405307" y="160769"/>
                  </a:moveTo>
                  <a:lnTo>
                    <a:pt x="392722" y="160108"/>
                  </a:lnTo>
                  <a:lnTo>
                    <a:pt x="245325" y="159042"/>
                  </a:lnTo>
                  <a:lnTo>
                    <a:pt x="97917" y="160108"/>
                  </a:lnTo>
                  <a:lnTo>
                    <a:pt x="85331" y="160769"/>
                  </a:lnTo>
                  <a:lnTo>
                    <a:pt x="97917" y="161429"/>
                  </a:lnTo>
                  <a:lnTo>
                    <a:pt x="245325" y="162483"/>
                  </a:lnTo>
                  <a:lnTo>
                    <a:pt x="392722" y="161429"/>
                  </a:lnTo>
                  <a:lnTo>
                    <a:pt x="405307" y="160769"/>
                  </a:lnTo>
                  <a:close/>
                </a:path>
                <a:path w="483870" h="162560">
                  <a:moveTo>
                    <a:pt x="408178" y="140843"/>
                  </a:moveTo>
                  <a:lnTo>
                    <a:pt x="395376" y="140169"/>
                  </a:lnTo>
                  <a:lnTo>
                    <a:pt x="245325" y="139115"/>
                  </a:lnTo>
                  <a:lnTo>
                    <a:pt x="95262" y="140169"/>
                  </a:lnTo>
                  <a:lnTo>
                    <a:pt x="82473" y="140843"/>
                  </a:lnTo>
                  <a:lnTo>
                    <a:pt x="95262" y="141503"/>
                  </a:lnTo>
                  <a:lnTo>
                    <a:pt x="245325" y="142557"/>
                  </a:lnTo>
                  <a:lnTo>
                    <a:pt x="395376" y="141503"/>
                  </a:lnTo>
                  <a:lnTo>
                    <a:pt x="408178" y="140843"/>
                  </a:lnTo>
                  <a:close/>
                </a:path>
                <a:path w="483870" h="162560">
                  <a:moveTo>
                    <a:pt x="411048" y="124421"/>
                  </a:moveTo>
                  <a:lnTo>
                    <a:pt x="397814" y="123761"/>
                  </a:lnTo>
                  <a:lnTo>
                    <a:pt x="242570" y="122707"/>
                  </a:lnTo>
                  <a:lnTo>
                    <a:pt x="87388" y="123736"/>
                  </a:lnTo>
                  <a:lnTo>
                    <a:pt x="74155" y="124421"/>
                  </a:lnTo>
                  <a:lnTo>
                    <a:pt x="87401" y="125120"/>
                  </a:lnTo>
                  <a:lnTo>
                    <a:pt x="242570" y="126149"/>
                  </a:lnTo>
                  <a:lnTo>
                    <a:pt x="397802" y="125120"/>
                  </a:lnTo>
                  <a:lnTo>
                    <a:pt x="411048" y="124421"/>
                  </a:lnTo>
                  <a:close/>
                </a:path>
                <a:path w="483870" h="162560">
                  <a:moveTo>
                    <a:pt x="483425" y="1625"/>
                  </a:moveTo>
                  <a:lnTo>
                    <a:pt x="318135" y="0"/>
                  </a:lnTo>
                  <a:lnTo>
                    <a:pt x="0" y="1625"/>
                  </a:lnTo>
                  <a:lnTo>
                    <a:pt x="165354" y="3251"/>
                  </a:lnTo>
                  <a:lnTo>
                    <a:pt x="483425" y="1625"/>
                  </a:lnTo>
                  <a:close/>
                </a:path>
              </a:pathLst>
            </a:custGeom>
            <a:solidFill>
              <a:srgbClr val="455A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5424" y="1122869"/>
              <a:ext cx="2276799" cy="316906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803257" y="2992296"/>
              <a:ext cx="56515" cy="121285"/>
            </a:xfrm>
            <a:custGeom>
              <a:avLst/>
              <a:gdLst/>
              <a:ahLst/>
              <a:cxnLst/>
              <a:rect l="l" t="t" r="r" b="b"/>
              <a:pathLst>
                <a:path w="56514" h="121285">
                  <a:moveTo>
                    <a:pt x="54384" y="0"/>
                  </a:moveTo>
                  <a:lnTo>
                    <a:pt x="836" y="29032"/>
                  </a:lnTo>
                  <a:lnTo>
                    <a:pt x="298" y="31123"/>
                  </a:lnTo>
                  <a:lnTo>
                    <a:pt x="0" y="35424"/>
                  </a:lnTo>
                  <a:lnTo>
                    <a:pt x="1344" y="42868"/>
                  </a:lnTo>
                  <a:lnTo>
                    <a:pt x="12805" y="87631"/>
                  </a:lnTo>
                  <a:lnTo>
                    <a:pt x="29403" y="121267"/>
                  </a:lnTo>
                  <a:lnTo>
                    <a:pt x="56356" y="19892"/>
                  </a:lnTo>
                  <a:lnTo>
                    <a:pt x="54384" y="0"/>
                  </a:lnTo>
                  <a:close/>
                </a:path>
              </a:pathLst>
            </a:custGeom>
            <a:solidFill>
              <a:srgbClr val="FFB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14975" y="4089072"/>
              <a:ext cx="260985" cy="205740"/>
            </a:xfrm>
            <a:custGeom>
              <a:avLst/>
              <a:gdLst/>
              <a:ahLst/>
              <a:cxnLst/>
              <a:rect l="l" t="t" r="r" b="b"/>
              <a:pathLst>
                <a:path w="260985" h="205739">
                  <a:moveTo>
                    <a:pt x="260401" y="0"/>
                  </a:moveTo>
                  <a:lnTo>
                    <a:pt x="135256" y="2222"/>
                  </a:lnTo>
                  <a:lnTo>
                    <a:pt x="131073" y="131613"/>
                  </a:lnTo>
                  <a:lnTo>
                    <a:pt x="110712" y="139689"/>
                  </a:lnTo>
                  <a:lnTo>
                    <a:pt x="65854" y="159284"/>
                  </a:lnTo>
                  <a:lnTo>
                    <a:pt x="20838" y="183448"/>
                  </a:lnTo>
                  <a:lnTo>
                    <a:pt x="0" y="205234"/>
                  </a:lnTo>
                  <a:lnTo>
                    <a:pt x="254424" y="202008"/>
                  </a:lnTo>
                  <a:lnTo>
                    <a:pt x="260401" y="0"/>
                  </a:lnTo>
                  <a:close/>
                </a:path>
              </a:pathLst>
            </a:custGeom>
            <a:solidFill>
              <a:srgbClr val="455A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09995" y="4206941"/>
              <a:ext cx="21590" cy="22225"/>
            </a:xfrm>
            <a:custGeom>
              <a:avLst/>
              <a:gdLst/>
              <a:ahLst/>
              <a:cxnLst/>
              <a:rect l="l" t="t" r="r" b="b"/>
              <a:pathLst>
                <a:path w="21589" h="22225">
                  <a:moveTo>
                    <a:pt x="8605" y="0"/>
                  </a:moveTo>
                  <a:lnTo>
                    <a:pt x="2868" y="2867"/>
                  </a:lnTo>
                  <a:lnTo>
                    <a:pt x="1051" y="7885"/>
                  </a:lnTo>
                  <a:lnTo>
                    <a:pt x="956" y="8148"/>
                  </a:lnTo>
                  <a:lnTo>
                    <a:pt x="96" y="13172"/>
                  </a:lnTo>
                  <a:lnTo>
                    <a:pt x="0" y="13733"/>
                  </a:lnTo>
                  <a:lnTo>
                    <a:pt x="3406" y="19163"/>
                  </a:lnTo>
                  <a:lnTo>
                    <a:pt x="8844" y="20699"/>
                  </a:lnTo>
                  <a:lnTo>
                    <a:pt x="14163" y="21684"/>
                  </a:lnTo>
                  <a:lnTo>
                    <a:pt x="19303" y="18381"/>
                  </a:lnTo>
                  <a:lnTo>
                    <a:pt x="20558" y="13172"/>
                  </a:lnTo>
                  <a:lnTo>
                    <a:pt x="21353" y="8148"/>
                  </a:lnTo>
                  <a:lnTo>
                    <a:pt x="21395" y="7885"/>
                  </a:lnTo>
                  <a:lnTo>
                    <a:pt x="18209" y="2867"/>
                  </a:lnTo>
                  <a:lnTo>
                    <a:pt x="18399" y="2867"/>
                  </a:lnTo>
                  <a:lnTo>
                    <a:pt x="13038" y="1344"/>
                  </a:lnTo>
                  <a:lnTo>
                    <a:pt x="860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13679" y="4218901"/>
              <a:ext cx="255904" cy="76835"/>
            </a:xfrm>
            <a:custGeom>
              <a:avLst/>
              <a:gdLst/>
              <a:ahLst/>
              <a:cxnLst/>
              <a:rect l="l" t="t" r="r" b="b"/>
              <a:pathLst>
                <a:path w="255904" h="76835">
                  <a:moveTo>
                    <a:pt x="91605" y="40932"/>
                  </a:moveTo>
                  <a:lnTo>
                    <a:pt x="88201" y="34188"/>
                  </a:lnTo>
                  <a:lnTo>
                    <a:pt x="84848" y="27457"/>
                  </a:lnTo>
                  <a:lnTo>
                    <a:pt x="78879" y="24803"/>
                  </a:lnTo>
                  <a:lnTo>
                    <a:pt x="78397" y="25806"/>
                  </a:lnTo>
                  <a:lnTo>
                    <a:pt x="77863" y="26809"/>
                  </a:lnTo>
                  <a:lnTo>
                    <a:pt x="81622" y="30454"/>
                  </a:lnTo>
                  <a:lnTo>
                    <a:pt x="84315" y="36131"/>
                  </a:lnTo>
                  <a:lnTo>
                    <a:pt x="87058" y="41795"/>
                  </a:lnTo>
                  <a:lnTo>
                    <a:pt x="87655" y="46951"/>
                  </a:lnTo>
                  <a:lnTo>
                    <a:pt x="88849" y="47028"/>
                  </a:lnTo>
                  <a:lnTo>
                    <a:pt x="89992" y="47028"/>
                  </a:lnTo>
                  <a:lnTo>
                    <a:pt x="91605" y="40932"/>
                  </a:lnTo>
                  <a:close/>
                </a:path>
                <a:path w="255904" h="76835">
                  <a:moveTo>
                    <a:pt x="122148" y="26377"/>
                  </a:moveTo>
                  <a:lnTo>
                    <a:pt x="116522" y="20002"/>
                  </a:lnTo>
                  <a:lnTo>
                    <a:pt x="110972" y="13614"/>
                  </a:lnTo>
                  <a:lnTo>
                    <a:pt x="103441" y="13550"/>
                  </a:lnTo>
                  <a:lnTo>
                    <a:pt x="103441" y="14401"/>
                  </a:lnTo>
                  <a:lnTo>
                    <a:pt x="103441" y="15621"/>
                  </a:lnTo>
                  <a:lnTo>
                    <a:pt x="108635" y="17627"/>
                  </a:lnTo>
                  <a:lnTo>
                    <a:pt x="117424" y="28105"/>
                  </a:lnTo>
                  <a:lnTo>
                    <a:pt x="118732" y="33616"/>
                  </a:lnTo>
                  <a:lnTo>
                    <a:pt x="121602" y="33477"/>
                  </a:lnTo>
                  <a:lnTo>
                    <a:pt x="122148" y="26377"/>
                  </a:lnTo>
                  <a:close/>
                </a:path>
                <a:path w="255904" h="76835">
                  <a:moveTo>
                    <a:pt x="154711" y="16268"/>
                  </a:moveTo>
                  <a:lnTo>
                    <a:pt x="152628" y="9029"/>
                  </a:lnTo>
                  <a:lnTo>
                    <a:pt x="137261" y="0"/>
                  </a:lnTo>
                  <a:lnTo>
                    <a:pt x="129794" y="1498"/>
                  </a:lnTo>
                  <a:lnTo>
                    <a:pt x="130086" y="2654"/>
                  </a:lnTo>
                  <a:lnTo>
                    <a:pt x="130086" y="3937"/>
                  </a:lnTo>
                  <a:lnTo>
                    <a:pt x="136486" y="4368"/>
                  </a:lnTo>
                  <a:lnTo>
                    <a:pt x="148971" y="12115"/>
                  </a:lnTo>
                  <a:lnTo>
                    <a:pt x="152387" y="17272"/>
                  </a:lnTo>
                  <a:lnTo>
                    <a:pt x="154711" y="16268"/>
                  </a:lnTo>
                  <a:close/>
                </a:path>
                <a:path w="255904" h="76835">
                  <a:moveTo>
                    <a:pt x="255714" y="55841"/>
                  </a:moveTo>
                  <a:lnTo>
                    <a:pt x="8534" y="63728"/>
                  </a:lnTo>
                  <a:lnTo>
                    <a:pt x="4051" y="66636"/>
                  </a:lnTo>
                  <a:lnTo>
                    <a:pt x="939" y="71272"/>
                  </a:lnTo>
                  <a:lnTo>
                    <a:pt x="0" y="76555"/>
                  </a:lnTo>
                  <a:lnTo>
                    <a:pt x="255714" y="72186"/>
                  </a:lnTo>
                  <a:lnTo>
                    <a:pt x="255714" y="55841"/>
                  </a:lnTo>
                  <a:close/>
                </a:path>
              </a:pathLst>
            </a:custGeom>
            <a:solidFill>
              <a:srgbClr val="253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39713" y="4141659"/>
              <a:ext cx="143551" cy="621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8693" y="1854744"/>
              <a:ext cx="879598" cy="233827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356538" y="4292084"/>
              <a:ext cx="3161665" cy="0"/>
            </a:xfrm>
            <a:custGeom>
              <a:avLst/>
              <a:gdLst/>
              <a:ahLst/>
              <a:cxnLst/>
              <a:rect l="l" t="t" r="r" b="b"/>
              <a:pathLst>
                <a:path w="3161665">
                  <a:moveTo>
                    <a:pt x="3161114" y="0"/>
                  </a:moveTo>
                  <a:lnTo>
                    <a:pt x="0" y="0"/>
                  </a:lnTo>
                  <a:lnTo>
                    <a:pt x="3161114" y="0"/>
                  </a:lnTo>
                  <a:close/>
                </a:path>
              </a:pathLst>
            </a:custGeom>
            <a:solidFill>
              <a:srgbClr val="253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0365" y="1660626"/>
              <a:ext cx="370715" cy="39934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594629" y="1936203"/>
              <a:ext cx="38100" cy="15875"/>
            </a:xfrm>
            <a:custGeom>
              <a:avLst/>
              <a:gdLst/>
              <a:ahLst/>
              <a:cxnLst/>
              <a:rect l="l" t="t" r="r" b="b"/>
              <a:pathLst>
                <a:path w="38100" h="15875">
                  <a:moveTo>
                    <a:pt x="30556" y="14274"/>
                  </a:moveTo>
                  <a:lnTo>
                    <a:pt x="29629" y="13614"/>
                  </a:lnTo>
                  <a:lnTo>
                    <a:pt x="28575" y="13144"/>
                  </a:lnTo>
                  <a:lnTo>
                    <a:pt x="27470" y="12839"/>
                  </a:lnTo>
                  <a:lnTo>
                    <a:pt x="24841" y="11950"/>
                  </a:lnTo>
                  <a:lnTo>
                    <a:pt x="22059" y="11582"/>
                  </a:lnTo>
                  <a:lnTo>
                    <a:pt x="16497" y="11823"/>
                  </a:lnTo>
                  <a:lnTo>
                    <a:pt x="13754" y="12484"/>
                  </a:lnTo>
                  <a:lnTo>
                    <a:pt x="10121" y="13982"/>
                  </a:lnTo>
                  <a:lnTo>
                    <a:pt x="9131" y="14579"/>
                  </a:lnTo>
                  <a:lnTo>
                    <a:pt x="8242" y="15290"/>
                  </a:lnTo>
                  <a:lnTo>
                    <a:pt x="9461" y="14808"/>
                  </a:lnTo>
                  <a:lnTo>
                    <a:pt x="13931" y="13144"/>
                  </a:lnTo>
                  <a:lnTo>
                    <a:pt x="16598" y="12598"/>
                  </a:lnTo>
                  <a:lnTo>
                    <a:pt x="21996" y="12369"/>
                  </a:lnTo>
                  <a:lnTo>
                    <a:pt x="24701" y="12661"/>
                  </a:lnTo>
                  <a:lnTo>
                    <a:pt x="27317" y="13385"/>
                  </a:lnTo>
                  <a:lnTo>
                    <a:pt x="29337" y="13855"/>
                  </a:lnTo>
                  <a:lnTo>
                    <a:pt x="30556" y="14274"/>
                  </a:lnTo>
                  <a:close/>
                </a:path>
                <a:path w="38100" h="15875">
                  <a:moveTo>
                    <a:pt x="35140" y="5854"/>
                  </a:moveTo>
                  <a:lnTo>
                    <a:pt x="32778" y="6210"/>
                  </a:lnTo>
                  <a:lnTo>
                    <a:pt x="32943" y="6210"/>
                  </a:lnTo>
                  <a:lnTo>
                    <a:pt x="31508" y="6489"/>
                  </a:lnTo>
                  <a:lnTo>
                    <a:pt x="26619" y="6489"/>
                  </a:lnTo>
                  <a:lnTo>
                    <a:pt x="23304" y="6807"/>
                  </a:lnTo>
                  <a:lnTo>
                    <a:pt x="19291" y="6985"/>
                  </a:lnTo>
                  <a:lnTo>
                    <a:pt x="30480" y="6985"/>
                  </a:lnTo>
                  <a:lnTo>
                    <a:pt x="32080" y="6489"/>
                  </a:lnTo>
                  <a:lnTo>
                    <a:pt x="33616" y="6210"/>
                  </a:lnTo>
                  <a:lnTo>
                    <a:pt x="35140" y="5854"/>
                  </a:lnTo>
                  <a:close/>
                </a:path>
                <a:path w="38100" h="15875">
                  <a:moveTo>
                    <a:pt x="38011" y="0"/>
                  </a:moveTo>
                  <a:lnTo>
                    <a:pt x="29552" y="0"/>
                  </a:lnTo>
                  <a:lnTo>
                    <a:pt x="18999" y="177"/>
                  </a:lnTo>
                  <a:lnTo>
                    <a:pt x="8458" y="355"/>
                  </a:lnTo>
                  <a:lnTo>
                    <a:pt x="0" y="889"/>
                  </a:lnTo>
                  <a:lnTo>
                    <a:pt x="18999" y="889"/>
                  </a:lnTo>
                  <a:lnTo>
                    <a:pt x="29476" y="711"/>
                  </a:lnTo>
                  <a:lnTo>
                    <a:pt x="35877" y="355"/>
                  </a:lnTo>
                  <a:lnTo>
                    <a:pt x="38011" y="355"/>
                  </a:lnTo>
                  <a:lnTo>
                    <a:pt x="38011" y="0"/>
                  </a:lnTo>
                  <a:close/>
                </a:path>
              </a:pathLst>
            </a:custGeom>
            <a:solidFill>
              <a:srgbClr val="455A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48592" y="1727060"/>
              <a:ext cx="105410" cy="55880"/>
            </a:xfrm>
            <a:custGeom>
              <a:avLst/>
              <a:gdLst/>
              <a:ahLst/>
              <a:cxnLst/>
              <a:rect l="l" t="t" r="r" b="b"/>
              <a:pathLst>
                <a:path w="105410" h="55880">
                  <a:moveTo>
                    <a:pt x="13906" y="53759"/>
                  </a:moveTo>
                  <a:lnTo>
                    <a:pt x="11760" y="50482"/>
                  </a:lnTo>
                  <a:lnTo>
                    <a:pt x="8382" y="46062"/>
                  </a:lnTo>
                  <a:lnTo>
                    <a:pt x="5016" y="41694"/>
                  </a:lnTo>
                  <a:lnTo>
                    <a:pt x="1574" y="39433"/>
                  </a:lnTo>
                  <a:lnTo>
                    <a:pt x="0" y="39433"/>
                  </a:lnTo>
                  <a:lnTo>
                    <a:pt x="2006" y="43726"/>
                  </a:lnTo>
                  <a:lnTo>
                    <a:pt x="8890" y="52336"/>
                  </a:lnTo>
                  <a:lnTo>
                    <a:pt x="12255" y="55321"/>
                  </a:lnTo>
                  <a:lnTo>
                    <a:pt x="13119" y="54660"/>
                  </a:lnTo>
                  <a:lnTo>
                    <a:pt x="13906" y="53759"/>
                  </a:lnTo>
                  <a:close/>
                </a:path>
                <a:path w="105410" h="55880">
                  <a:moveTo>
                    <a:pt x="58369" y="24498"/>
                  </a:moveTo>
                  <a:lnTo>
                    <a:pt x="57086" y="18338"/>
                  </a:lnTo>
                  <a:lnTo>
                    <a:pt x="57137" y="12065"/>
                  </a:lnTo>
                  <a:lnTo>
                    <a:pt x="55918" y="5791"/>
                  </a:lnTo>
                  <a:lnTo>
                    <a:pt x="53492" y="0"/>
                  </a:lnTo>
                  <a:lnTo>
                    <a:pt x="52285" y="6159"/>
                  </a:lnTo>
                  <a:lnTo>
                    <a:pt x="52285" y="12547"/>
                  </a:lnTo>
                  <a:lnTo>
                    <a:pt x="53492" y="18694"/>
                  </a:lnTo>
                  <a:lnTo>
                    <a:pt x="53517" y="24968"/>
                  </a:lnTo>
                  <a:lnTo>
                    <a:pt x="54724" y="31178"/>
                  </a:lnTo>
                  <a:lnTo>
                    <a:pt x="57086" y="36982"/>
                  </a:lnTo>
                  <a:lnTo>
                    <a:pt x="58369" y="30822"/>
                  </a:lnTo>
                  <a:lnTo>
                    <a:pt x="58369" y="24498"/>
                  </a:lnTo>
                  <a:close/>
                </a:path>
                <a:path w="105410" h="55880">
                  <a:moveTo>
                    <a:pt x="105054" y="32385"/>
                  </a:moveTo>
                  <a:lnTo>
                    <a:pt x="104203" y="31838"/>
                  </a:lnTo>
                  <a:lnTo>
                    <a:pt x="103339" y="31242"/>
                  </a:lnTo>
                  <a:lnTo>
                    <a:pt x="100609" y="33807"/>
                  </a:lnTo>
                  <a:lnTo>
                    <a:pt x="98107" y="37630"/>
                  </a:lnTo>
                  <a:lnTo>
                    <a:pt x="95592" y="41402"/>
                  </a:lnTo>
                  <a:lnTo>
                    <a:pt x="94234" y="44919"/>
                  </a:lnTo>
                  <a:lnTo>
                    <a:pt x="95084" y="45516"/>
                  </a:lnTo>
                  <a:lnTo>
                    <a:pt x="95948" y="46062"/>
                  </a:lnTo>
                  <a:lnTo>
                    <a:pt x="98679" y="43434"/>
                  </a:lnTo>
                  <a:lnTo>
                    <a:pt x="101180" y="39725"/>
                  </a:lnTo>
                  <a:lnTo>
                    <a:pt x="103695" y="35966"/>
                  </a:lnTo>
                  <a:lnTo>
                    <a:pt x="105054" y="32385"/>
                  </a:lnTo>
                  <a:close/>
                </a:path>
              </a:pathLst>
            </a:custGeom>
            <a:solidFill>
              <a:srgbClr val="253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30"/>
            <p:cNvSpPr/>
            <p:nvPr/>
          </p:nvSpPr>
          <p:spPr>
            <a:xfrm>
              <a:off x="6474998" y="1507297"/>
              <a:ext cx="1319530" cy="2108200"/>
            </a:xfrm>
            <a:custGeom>
              <a:avLst/>
              <a:gdLst/>
              <a:ahLst/>
              <a:cxnLst/>
              <a:rect l="l" t="t" r="r" b="b"/>
              <a:pathLst>
                <a:path w="1319529" h="2108200">
                  <a:moveTo>
                    <a:pt x="807822" y="2095500"/>
                  </a:moveTo>
                  <a:lnTo>
                    <a:pt x="801845" y="2095500"/>
                  </a:lnTo>
                  <a:lnTo>
                    <a:pt x="806746" y="2108200"/>
                  </a:lnTo>
                  <a:lnTo>
                    <a:pt x="811826" y="2108200"/>
                  </a:lnTo>
                  <a:lnTo>
                    <a:pt x="807822" y="2095500"/>
                  </a:lnTo>
                  <a:close/>
                </a:path>
                <a:path w="1319529" h="2108200">
                  <a:moveTo>
                    <a:pt x="805252" y="2082800"/>
                  </a:moveTo>
                  <a:lnTo>
                    <a:pt x="798439" y="2082800"/>
                  </a:lnTo>
                  <a:lnTo>
                    <a:pt x="798917" y="2095500"/>
                  </a:lnTo>
                  <a:lnTo>
                    <a:pt x="805491" y="2095500"/>
                  </a:lnTo>
                  <a:lnTo>
                    <a:pt x="805252" y="2082800"/>
                  </a:lnTo>
                  <a:close/>
                </a:path>
                <a:path w="1319529" h="2108200">
                  <a:moveTo>
                    <a:pt x="809196" y="1689100"/>
                  </a:moveTo>
                  <a:lnTo>
                    <a:pt x="802682" y="1689100"/>
                  </a:lnTo>
                  <a:lnTo>
                    <a:pt x="802622" y="1701800"/>
                  </a:lnTo>
                  <a:lnTo>
                    <a:pt x="802921" y="1714500"/>
                  </a:lnTo>
                  <a:lnTo>
                    <a:pt x="802622" y="1714500"/>
                  </a:lnTo>
                  <a:lnTo>
                    <a:pt x="802622" y="1727200"/>
                  </a:lnTo>
                  <a:lnTo>
                    <a:pt x="798439" y="2057400"/>
                  </a:lnTo>
                  <a:lnTo>
                    <a:pt x="797542" y="2070100"/>
                  </a:lnTo>
                  <a:lnTo>
                    <a:pt x="797542" y="2082800"/>
                  </a:lnTo>
                  <a:lnTo>
                    <a:pt x="804475" y="2082800"/>
                  </a:lnTo>
                  <a:lnTo>
                    <a:pt x="804595" y="2070100"/>
                  </a:lnTo>
                  <a:lnTo>
                    <a:pt x="805611" y="2057400"/>
                  </a:lnTo>
                  <a:lnTo>
                    <a:pt x="810690" y="1727200"/>
                  </a:lnTo>
                  <a:lnTo>
                    <a:pt x="811049" y="1714500"/>
                  </a:lnTo>
                  <a:lnTo>
                    <a:pt x="810690" y="1701800"/>
                  </a:lnTo>
                  <a:lnTo>
                    <a:pt x="810272" y="1701800"/>
                  </a:lnTo>
                  <a:lnTo>
                    <a:pt x="809196" y="1689100"/>
                  </a:lnTo>
                  <a:close/>
                </a:path>
                <a:path w="1319529" h="2108200">
                  <a:moveTo>
                    <a:pt x="724691" y="1955800"/>
                  </a:moveTo>
                  <a:lnTo>
                    <a:pt x="690387" y="1955800"/>
                  </a:lnTo>
                  <a:lnTo>
                    <a:pt x="698352" y="1968500"/>
                  </a:lnTo>
                  <a:lnTo>
                    <a:pt x="716053" y="1968500"/>
                  </a:lnTo>
                  <a:lnTo>
                    <a:pt x="724691" y="1955800"/>
                  </a:lnTo>
                  <a:close/>
                </a:path>
                <a:path w="1319529" h="2108200">
                  <a:moveTo>
                    <a:pt x="683715" y="1930400"/>
                  </a:moveTo>
                  <a:lnTo>
                    <a:pt x="676217" y="1930400"/>
                  </a:lnTo>
                  <a:lnTo>
                    <a:pt x="679734" y="1943100"/>
                  </a:lnTo>
                  <a:lnTo>
                    <a:pt x="684483" y="1955800"/>
                  </a:lnTo>
                  <a:lnTo>
                    <a:pt x="695287" y="1955800"/>
                  </a:lnTo>
                  <a:lnTo>
                    <a:pt x="690481" y="1943100"/>
                  </a:lnTo>
                  <a:lnTo>
                    <a:pt x="686599" y="1943100"/>
                  </a:lnTo>
                  <a:lnTo>
                    <a:pt x="683715" y="1930400"/>
                  </a:lnTo>
                  <a:close/>
                </a:path>
                <a:path w="1319529" h="2108200">
                  <a:moveTo>
                    <a:pt x="741723" y="1943100"/>
                  </a:moveTo>
                  <a:lnTo>
                    <a:pt x="731803" y="1943100"/>
                  </a:lnTo>
                  <a:lnTo>
                    <a:pt x="726740" y="1955800"/>
                  </a:lnTo>
                  <a:lnTo>
                    <a:pt x="734552" y="1955800"/>
                  </a:lnTo>
                  <a:lnTo>
                    <a:pt x="741723" y="1943100"/>
                  </a:lnTo>
                  <a:close/>
                </a:path>
                <a:path w="1319529" h="2108200">
                  <a:moveTo>
                    <a:pt x="760370" y="1689100"/>
                  </a:moveTo>
                  <a:lnTo>
                    <a:pt x="751226" y="1689100"/>
                  </a:lnTo>
                  <a:lnTo>
                    <a:pt x="750329" y="1701800"/>
                  </a:lnTo>
                  <a:lnTo>
                    <a:pt x="748299" y="1714500"/>
                  </a:lnTo>
                  <a:lnTo>
                    <a:pt x="746863" y="1727200"/>
                  </a:lnTo>
                  <a:lnTo>
                    <a:pt x="746010" y="1739900"/>
                  </a:lnTo>
                  <a:lnTo>
                    <a:pt x="745728" y="1752600"/>
                  </a:lnTo>
                  <a:lnTo>
                    <a:pt x="745728" y="1879600"/>
                  </a:lnTo>
                  <a:lnTo>
                    <a:pt x="745506" y="1892300"/>
                  </a:lnTo>
                  <a:lnTo>
                    <a:pt x="744226" y="1905000"/>
                  </a:lnTo>
                  <a:lnTo>
                    <a:pt x="741904" y="1917700"/>
                  </a:lnTo>
                  <a:lnTo>
                    <a:pt x="738556" y="1930400"/>
                  </a:lnTo>
                  <a:lnTo>
                    <a:pt x="735790" y="1943100"/>
                  </a:lnTo>
                  <a:lnTo>
                    <a:pt x="744473" y="1943100"/>
                  </a:lnTo>
                  <a:lnTo>
                    <a:pt x="746385" y="1930400"/>
                  </a:lnTo>
                  <a:lnTo>
                    <a:pt x="749890" y="1917700"/>
                  </a:lnTo>
                  <a:lnTo>
                    <a:pt x="752324" y="1905000"/>
                  </a:lnTo>
                  <a:lnTo>
                    <a:pt x="753671" y="1892300"/>
                  </a:lnTo>
                  <a:lnTo>
                    <a:pt x="753915" y="1879600"/>
                  </a:lnTo>
                  <a:lnTo>
                    <a:pt x="753915" y="1752600"/>
                  </a:lnTo>
                  <a:lnTo>
                    <a:pt x="754117" y="1739900"/>
                  </a:lnTo>
                  <a:lnTo>
                    <a:pt x="754901" y="1727200"/>
                  </a:lnTo>
                  <a:lnTo>
                    <a:pt x="756268" y="1714500"/>
                  </a:lnTo>
                  <a:lnTo>
                    <a:pt x="758218" y="1701800"/>
                  </a:lnTo>
                  <a:lnTo>
                    <a:pt x="758935" y="1701800"/>
                  </a:lnTo>
                  <a:lnTo>
                    <a:pt x="760370" y="1689100"/>
                  </a:lnTo>
                  <a:close/>
                </a:path>
                <a:path w="1319529" h="2108200">
                  <a:moveTo>
                    <a:pt x="679428" y="1905000"/>
                  </a:moveTo>
                  <a:lnTo>
                    <a:pt x="671374" y="1905000"/>
                  </a:lnTo>
                  <a:lnTo>
                    <a:pt x="672455" y="1917700"/>
                  </a:lnTo>
                  <a:lnTo>
                    <a:pt x="674011" y="1930400"/>
                  </a:lnTo>
                  <a:lnTo>
                    <a:pt x="681900" y="1930400"/>
                  </a:lnTo>
                  <a:lnTo>
                    <a:pt x="680431" y="1917700"/>
                  </a:lnTo>
                  <a:lnTo>
                    <a:pt x="679428" y="1905000"/>
                  </a:lnTo>
                  <a:close/>
                </a:path>
                <a:path w="1319529" h="2108200">
                  <a:moveTo>
                    <a:pt x="693972" y="1282700"/>
                  </a:moveTo>
                  <a:lnTo>
                    <a:pt x="683215" y="1282700"/>
                  </a:lnTo>
                  <a:lnTo>
                    <a:pt x="681542" y="1295400"/>
                  </a:lnTo>
                  <a:lnTo>
                    <a:pt x="680884" y="1308100"/>
                  </a:lnTo>
                  <a:lnTo>
                    <a:pt x="680526" y="1308100"/>
                  </a:lnTo>
                  <a:lnTo>
                    <a:pt x="680884" y="1320800"/>
                  </a:lnTo>
                  <a:lnTo>
                    <a:pt x="680734" y="1371600"/>
                  </a:lnTo>
                  <a:lnTo>
                    <a:pt x="680310" y="1435100"/>
                  </a:lnTo>
                  <a:lnTo>
                    <a:pt x="679652" y="1485900"/>
                  </a:lnTo>
                  <a:lnTo>
                    <a:pt x="678800" y="1536700"/>
                  </a:lnTo>
                  <a:lnTo>
                    <a:pt x="677794" y="1587500"/>
                  </a:lnTo>
                  <a:lnTo>
                    <a:pt x="676674" y="1638300"/>
                  </a:lnTo>
                  <a:lnTo>
                    <a:pt x="675479" y="1689100"/>
                  </a:lnTo>
                  <a:lnTo>
                    <a:pt x="672323" y="1816100"/>
                  </a:lnTo>
                  <a:lnTo>
                    <a:pt x="671444" y="1854200"/>
                  </a:lnTo>
                  <a:lnTo>
                    <a:pt x="670665" y="1892300"/>
                  </a:lnTo>
                  <a:lnTo>
                    <a:pt x="670776" y="1905000"/>
                  </a:lnTo>
                  <a:lnTo>
                    <a:pt x="678883" y="1905000"/>
                  </a:lnTo>
                  <a:lnTo>
                    <a:pt x="678793" y="1892300"/>
                  </a:lnTo>
                  <a:lnTo>
                    <a:pt x="679605" y="1854200"/>
                  </a:lnTo>
                  <a:lnTo>
                    <a:pt x="680496" y="1816100"/>
                  </a:lnTo>
                  <a:lnTo>
                    <a:pt x="682378" y="1739900"/>
                  </a:lnTo>
                  <a:lnTo>
                    <a:pt x="684961" y="1638300"/>
                  </a:lnTo>
                  <a:lnTo>
                    <a:pt x="686171" y="1587500"/>
                  </a:lnTo>
                  <a:lnTo>
                    <a:pt x="687264" y="1536700"/>
                  </a:lnTo>
                  <a:lnTo>
                    <a:pt x="688195" y="1485900"/>
                  </a:lnTo>
                  <a:lnTo>
                    <a:pt x="688917" y="1435100"/>
                  </a:lnTo>
                  <a:lnTo>
                    <a:pt x="689384" y="1371600"/>
                  </a:lnTo>
                  <a:lnTo>
                    <a:pt x="689550" y="1320800"/>
                  </a:lnTo>
                  <a:lnTo>
                    <a:pt x="689550" y="1308100"/>
                  </a:lnTo>
                  <a:lnTo>
                    <a:pt x="690088" y="1295400"/>
                  </a:lnTo>
                  <a:lnTo>
                    <a:pt x="691582" y="1295400"/>
                  </a:lnTo>
                  <a:lnTo>
                    <a:pt x="693972" y="1282700"/>
                  </a:lnTo>
                  <a:close/>
                </a:path>
                <a:path w="1319529" h="2108200">
                  <a:moveTo>
                    <a:pt x="778597" y="1676400"/>
                  </a:moveTo>
                  <a:lnTo>
                    <a:pt x="759533" y="1676400"/>
                  </a:lnTo>
                  <a:lnTo>
                    <a:pt x="756126" y="1689100"/>
                  </a:lnTo>
                  <a:lnTo>
                    <a:pt x="771904" y="1689100"/>
                  </a:lnTo>
                  <a:lnTo>
                    <a:pt x="778597" y="1676400"/>
                  </a:lnTo>
                  <a:close/>
                </a:path>
                <a:path w="1319529" h="2108200">
                  <a:moveTo>
                    <a:pt x="802324" y="1676400"/>
                  </a:moveTo>
                  <a:lnTo>
                    <a:pt x="786546" y="1676400"/>
                  </a:lnTo>
                  <a:lnTo>
                    <a:pt x="793419" y="1689100"/>
                  </a:lnTo>
                  <a:lnTo>
                    <a:pt x="805670" y="1689100"/>
                  </a:lnTo>
                  <a:lnTo>
                    <a:pt x="802324" y="1676400"/>
                  </a:lnTo>
                  <a:close/>
                </a:path>
                <a:path w="1319529" h="2108200">
                  <a:moveTo>
                    <a:pt x="703423" y="1270000"/>
                  </a:moveTo>
                  <a:lnTo>
                    <a:pt x="690706" y="1270000"/>
                  </a:lnTo>
                  <a:lnTo>
                    <a:pt x="685904" y="1282700"/>
                  </a:lnTo>
                  <a:lnTo>
                    <a:pt x="698123" y="1282700"/>
                  </a:lnTo>
                  <a:lnTo>
                    <a:pt x="703423" y="1270000"/>
                  </a:lnTo>
                  <a:close/>
                </a:path>
                <a:path w="1319529" h="2108200">
                  <a:moveTo>
                    <a:pt x="717041" y="1257300"/>
                  </a:moveTo>
                  <a:lnTo>
                    <a:pt x="704074" y="1257300"/>
                  </a:lnTo>
                  <a:lnTo>
                    <a:pt x="696796" y="1270000"/>
                  </a:lnTo>
                  <a:lnTo>
                    <a:pt x="709764" y="1270000"/>
                  </a:lnTo>
                  <a:lnTo>
                    <a:pt x="717041" y="1257300"/>
                  </a:lnTo>
                  <a:close/>
                </a:path>
                <a:path w="1319529" h="2108200">
                  <a:moveTo>
                    <a:pt x="759458" y="1244600"/>
                  </a:moveTo>
                  <a:lnTo>
                    <a:pt x="718356" y="1244600"/>
                  </a:lnTo>
                  <a:lnTo>
                    <a:pt x="712439" y="1257300"/>
                  </a:lnTo>
                  <a:lnTo>
                    <a:pt x="733775" y="1257300"/>
                  </a:lnTo>
                  <a:lnTo>
                    <a:pt x="759458" y="1244600"/>
                  </a:lnTo>
                  <a:close/>
                </a:path>
                <a:path w="1319529" h="2108200">
                  <a:moveTo>
                    <a:pt x="780032" y="1231900"/>
                  </a:moveTo>
                  <a:lnTo>
                    <a:pt x="750150" y="1231900"/>
                  </a:lnTo>
                  <a:lnTo>
                    <a:pt x="731384" y="1244600"/>
                  </a:lnTo>
                  <a:lnTo>
                    <a:pt x="773249" y="1244600"/>
                  </a:lnTo>
                  <a:lnTo>
                    <a:pt x="780032" y="1231900"/>
                  </a:lnTo>
                  <a:close/>
                </a:path>
                <a:path w="1319529" h="2108200">
                  <a:moveTo>
                    <a:pt x="1314436" y="533400"/>
                  </a:moveTo>
                  <a:lnTo>
                    <a:pt x="1305472" y="533400"/>
                  </a:lnTo>
                  <a:lnTo>
                    <a:pt x="1300923" y="571500"/>
                  </a:lnTo>
                  <a:lnTo>
                    <a:pt x="1294991" y="609600"/>
                  </a:lnTo>
                  <a:lnTo>
                    <a:pt x="1287680" y="635000"/>
                  </a:lnTo>
                  <a:lnTo>
                    <a:pt x="1278997" y="673100"/>
                  </a:lnTo>
                  <a:lnTo>
                    <a:pt x="1264878" y="711200"/>
                  </a:lnTo>
                  <a:lnTo>
                    <a:pt x="1248599" y="762000"/>
                  </a:lnTo>
                  <a:lnTo>
                    <a:pt x="1230192" y="800100"/>
                  </a:lnTo>
                  <a:lnTo>
                    <a:pt x="1209689" y="850900"/>
                  </a:lnTo>
                  <a:lnTo>
                    <a:pt x="1187120" y="889000"/>
                  </a:lnTo>
                  <a:lnTo>
                    <a:pt x="1162518" y="927100"/>
                  </a:lnTo>
                  <a:lnTo>
                    <a:pt x="1139442" y="965200"/>
                  </a:lnTo>
                  <a:lnTo>
                    <a:pt x="1114707" y="990600"/>
                  </a:lnTo>
                  <a:lnTo>
                    <a:pt x="1088359" y="1028700"/>
                  </a:lnTo>
                  <a:lnTo>
                    <a:pt x="1060442" y="1054100"/>
                  </a:lnTo>
                  <a:lnTo>
                    <a:pt x="1031225" y="1092200"/>
                  </a:lnTo>
                  <a:lnTo>
                    <a:pt x="1000081" y="1117600"/>
                  </a:lnTo>
                  <a:lnTo>
                    <a:pt x="967465" y="1143000"/>
                  </a:lnTo>
                  <a:lnTo>
                    <a:pt x="950580" y="1155700"/>
                  </a:lnTo>
                  <a:lnTo>
                    <a:pt x="933325" y="1155700"/>
                  </a:lnTo>
                  <a:lnTo>
                    <a:pt x="898197" y="1181100"/>
                  </a:lnTo>
                  <a:lnTo>
                    <a:pt x="862162" y="1193800"/>
                  </a:lnTo>
                  <a:lnTo>
                    <a:pt x="787682" y="1219200"/>
                  </a:lnTo>
                  <a:lnTo>
                    <a:pt x="777342" y="1231900"/>
                  </a:lnTo>
                  <a:lnTo>
                    <a:pt x="790251" y="1231900"/>
                  </a:lnTo>
                  <a:lnTo>
                    <a:pt x="865718" y="1206500"/>
                  </a:lnTo>
                  <a:lnTo>
                    <a:pt x="902246" y="1193800"/>
                  </a:lnTo>
                  <a:lnTo>
                    <a:pt x="937867" y="1168400"/>
                  </a:lnTo>
                  <a:lnTo>
                    <a:pt x="972545" y="1143000"/>
                  </a:lnTo>
                  <a:lnTo>
                    <a:pt x="1005699" y="1117600"/>
                  </a:lnTo>
                  <a:lnTo>
                    <a:pt x="1037269" y="1092200"/>
                  </a:lnTo>
                  <a:lnTo>
                    <a:pt x="1066956" y="1066800"/>
                  </a:lnTo>
                  <a:lnTo>
                    <a:pt x="1095177" y="1028700"/>
                  </a:lnTo>
                  <a:lnTo>
                    <a:pt x="1121811" y="1003300"/>
                  </a:lnTo>
                  <a:lnTo>
                    <a:pt x="1146821" y="965200"/>
                  </a:lnTo>
                  <a:lnTo>
                    <a:pt x="1170167" y="927100"/>
                  </a:lnTo>
                  <a:lnTo>
                    <a:pt x="1194974" y="889000"/>
                  </a:lnTo>
                  <a:lnTo>
                    <a:pt x="1217735" y="850900"/>
                  </a:lnTo>
                  <a:lnTo>
                    <a:pt x="1238417" y="812800"/>
                  </a:lnTo>
                  <a:lnTo>
                    <a:pt x="1256988" y="762000"/>
                  </a:lnTo>
                  <a:lnTo>
                    <a:pt x="1273414" y="723900"/>
                  </a:lnTo>
                  <a:lnTo>
                    <a:pt x="1287662" y="673100"/>
                  </a:lnTo>
                  <a:lnTo>
                    <a:pt x="1296435" y="635000"/>
                  </a:lnTo>
                  <a:lnTo>
                    <a:pt x="1303828" y="609600"/>
                  </a:lnTo>
                  <a:lnTo>
                    <a:pt x="1309833" y="571500"/>
                  </a:lnTo>
                  <a:lnTo>
                    <a:pt x="1314436" y="533400"/>
                  </a:lnTo>
                  <a:close/>
                </a:path>
                <a:path w="1319529" h="2108200">
                  <a:moveTo>
                    <a:pt x="1316349" y="508000"/>
                  </a:moveTo>
                  <a:lnTo>
                    <a:pt x="1307384" y="508000"/>
                  </a:lnTo>
                  <a:lnTo>
                    <a:pt x="1306846" y="520700"/>
                  </a:lnTo>
                  <a:lnTo>
                    <a:pt x="1306249" y="533400"/>
                  </a:lnTo>
                  <a:lnTo>
                    <a:pt x="1315213" y="533400"/>
                  </a:lnTo>
                  <a:lnTo>
                    <a:pt x="1315811" y="520700"/>
                  </a:lnTo>
                  <a:lnTo>
                    <a:pt x="1316349" y="520700"/>
                  </a:lnTo>
                  <a:lnTo>
                    <a:pt x="1316349" y="508000"/>
                  </a:lnTo>
                  <a:close/>
                </a:path>
                <a:path w="1319529" h="2108200">
                  <a:moveTo>
                    <a:pt x="1318925" y="457200"/>
                  </a:moveTo>
                  <a:lnTo>
                    <a:pt x="1309955" y="457200"/>
                  </a:lnTo>
                  <a:lnTo>
                    <a:pt x="1309775" y="469900"/>
                  </a:lnTo>
                  <a:lnTo>
                    <a:pt x="1309357" y="482600"/>
                  </a:lnTo>
                  <a:lnTo>
                    <a:pt x="1308819" y="495300"/>
                  </a:lnTo>
                  <a:lnTo>
                    <a:pt x="1308400" y="508000"/>
                  </a:lnTo>
                  <a:lnTo>
                    <a:pt x="1317365" y="508000"/>
                  </a:lnTo>
                  <a:lnTo>
                    <a:pt x="1317783" y="495300"/>
                  </a:lnTo>
                  <a:lnTo>
                    <a:pt x="1318082" y="495300"/>
                  </a:lnTo>
                  <a:lnTo>
                    <a:pt x="1318739" y="469900"/>
                  </a:lnTo>
                  <a:lnTo>
                    <a:pt x="1318925" y="457200"/>
                  </a:lnTo>
                  <a:close/>
                </a:path>
                <a:path w="1319529" h="2108200">
                  <a:moveTo>
                    <a:pt x="1307504" y="431800"/>
                  </a:moveTo>
                  <a:lnTo>
                    <a:pt x="1295248" y="431800"/>
                  </a:lnTo>
                  <a:lnTo>
                    <a:pt x="1301408" y="444500"/>
                  </a:lnTo>
                  <a:lnTo>
                    <a:pt x="1305699" y="444500"/>
                  </a:lnTo>
                  <a:lnTo>
                    <a:pt x="1308572" y="457200"/>
                  </a:lnTo>
                  <a:lnTo>
                    <a:pt x="1317044" y="457200"/>
                  </a:lnTo>
                  <a:lnTo>
                    <a:pt x="1313201" y="444500"/>
                  </a:lnTo>
                  <a:lnTo>
                    <a:pt x="1307504" y="431800"/>
                  </a:lnTo>
                  <a:close/>
                </a:path>
                <a:path w="1319529" h="2108200">
                  <a:moveTo>
                    <a:pt x="1282594" y="419100"/>
                  </a:moveTo>
                  <a:lnTo>
                    <a:pt x="1140405" y="419100"/>
                  </a:lnTo>
                  <a:lnTo>
                    <a:pt x="1150591" y="431800"/>
                  </a:lnTo>
                  <a:lnTo>
                    <a:pt x="1291502" y="431800"/>
                  </a:lnTo>
                  <a:lnTo>
                    <a:pt x="1282594" y="419100"/>
                  </a:lnTo>
                  <a:close/>
                </a:path>
                <a:path w="1319529" h="2108200">
                  <a:moveTo>
                    <a:pt x="309357" y="76200"/>
                  </a:moveTo>
                  <a:lnTo>
                    <a:pt x="292900" y="76200"/>
                  </a:lnTo>
                  <a:lnTo>
                    <a:pt x="270680" y="88900"/>
                  </a:lnTo>
                  <a:lnTo>
                    <a:pt x="249609" y="114300"/>
                  </a:lnTo>
                  <a:lnTo>
                    <a:pt x="229759" y="127000"/>
                  </a:lnTo>
                  <a:lnTo>
                    <a:pt x="195560" y="165100"/>
                  </a:lnTo>
                  <a:lnTo>
                    <a:pt x="181262" y="190500"/>
                  </a:lnTo>
                  <a:lnTo>
                    <a:pt x="175575" y="190500"/>
                  </a:lnTo>
                  <a:lnTo>
                    <a:pt x="169832" y="203200"/>
                  </a:lnTo>
                  <a:lnTo>
                    <a:pt x="163932" y="215900"/>
                  </a:lnTo>
                  <a:lnTo>
                    <a:pt x="157775" y="228600"/>
                  </a:lnTo>
                  <a:lnTo>
                    <a:pt x="150009" y="241300"/>
                  </a:lnTo>
                  <a:lnTo>
                    <a:pt x="142617" y="254000"/>
                  </a:lnTo>
                  <a:lnTo>
                    <a:pt x="135529" y="266700"/>
                  </a:lnTo>
                  <a:lnTo>
                    <a:pt x="120064" y="292100"/>
                  </a:lnTo>
                  <a:lnTo>
                    <a:pt x="113968" y="304800"/>
                  </a:lnTo>
                  <a:lnTo>
                    <a:pt x="94193" y="342900"/>
                  </a:lnTo>
                  <a:lnTo>
                    <a:pt x="65692" y="381000"/>
                  </a:lnTo>
                  <a:lnTo>
                    <a:pt x="45756" y="393700"/>
                  </a:lnTo>
                  <a:lnTo>
                    <a:pt x="28879" y="406400"/>
                  </a:lnTo>
                  <a:lnTo>
                    <a:pt x="4183" y="406400"/>
                  </a:lnTo>
                  <a:lnTo>
                    <a:pt x="0" y="419100"/>
                  </a:lnTo>
                  <a:lnTo>
                    <a:pt x="18885" y="419100"/>
                  </a:lnTo>
                  <a:lnTo>
                    <a:pt x="31357" y="406400"/>
                  </a:lnTo>
                  <a:lnTo>
                    <a:pt x="49050" y="393700"/>
                  </a:lnTo>
                  <a:lnTo>
                    <a:pt x="92035" y="355600"/>
                  </a:lnTo>
                  <a:lnTo>
                    <a:pt x="113676" y="317500"/>
                  </a:lnTo>
                  <a:lnTo>
                    <a:pt x="120004" y="304800"/>
                  </a:lnTo>
                  <a:lnTo>
                    <a:pt x="124009" y="304800"/>
                  </a:lnTo>
                  <a:lnTo>
                    <a:pt x="129029" y="292100"/>
                  </a:lnTo>
                  <a:lnTo>
                    <a:pt x="131957" y="292100"/>
                  </a:lnTo>
                  <a:lnTo>
                    <a:pt x="135005" y="279400"/>
                  </a:lnTo>
                  <a:lnTo>
                    <a:pt x="141841" y="266700"/>
                  </a:lnTo>
                  <a:lnTo>
                    <a:pt x="148855" y="254000"/>
                  </a:lnTo>
                  <a:lnTo>
                    <a:pt x="156117" y="241300"/>
                  </a:lnTo>
                  <a:lnTo>
                    <a:pt x="163692" y="228600"/>
                  </a:lnTo>
                  <a:lnTo>
                    <a:pt x="169803" y="215900"/>
                  </a:lnTo>
                  <a:lnTo>
                    <a:pt x="175652" y="203200"/>
                  </a:lnTo>
                  <a:lnTo>
                    <a:pt x="181332" y="203200"/>
                  </a:lnTo>
                  <a:lnTo>
                    <a:pt x="186940" y="190500"/>
                  </a:lnTo>
                  <a:lnTo>
                    <a:pt x="193795" y="177800"/>
                  </a:lnTo>
                  <a:lnTo>
                    <a:pt x="200999" y="165100"/>
                  </a:lnTo>
                  <a:lnTo>
                    <a:pt x="208538" y="165100"/>
                  </a:lnTo>
                  <a:lnTo>
                    <a:pt x="216403" y="152400"/>
                  </a:lnTo>
                  <a:lnTo>
                    <a:pt x="234700" y="127000"/>
                  </a:lnTo>
                  <a:lnTo>
                    <a:pt x="254308" y="114300"/>
                  </a:lnTo>
                  <a:lnTo>
                    <a:pt x="275148" y="101600"/>
                  </a:lnTo>
                  <a:lnTo>
                    <a:pt x="297143" y="88900"/>
                  </a:lnTo>
                  <a:lnTo>
                    <a:pt x="309357" y="76200"/>
                  </a:lnTo>
                  <a:close/>
                </a:path>
                <a:path w="1319529" h="2108200">
                  <a:moveTo>
                    <a:pt x="1072395" y="254000"/>
                  </a:moveTo>
                  <a:lnTo>
                    <a:pt x="1064565" y="254000"/>
                  </a:lnTo>
                  <a:lnTo>
                    <a:pt x="1067972" y="266700"/>
                  </a:lnTo>
                  <a:lnTo>
                    <a:pt x="1072688" y="279400"/>
                  </a:lnTo>
                  <a:lnTo>
                    <a:pt x="1077146" y="279400"/>
                  </a:lnTo>
                  <a:lnTo>
                    <a:pt x="1081335" y="292100"/>
                  </a:lnTo>
                  <a:lnTo>
                    <a:pt x="1085244" y="304800"/>
                  </a:lnTo>
                  <a:lnTo>
                    <a:pt x="1091611" y="317500"/>
                  </a:lnTo>
                  <a:lnTo>
                    <a:pt x="1097503" y="342900"/>
                  </a:lnTo>
                  <a:lnTo>
                    <a:pt x="1103136" y="355600"/>
                  </a:lnTo>
                  <a:lnTo>
                    <a:pt x="1108731" y="368300"/>
                  </a:lnTo>
                  <a:lnTo>
                    <a:pt x="1112496" y="381000"/>
                  </a:lnTo>
                  <a:lnTo>
                    <a:pt x="1117201" y="393700"/>
                  </a:lnTo>
                  <a:lnTo>
                    <a:pt x="1123515" y="406400"/>
                  </a:lnTo>
                  <a:lnTo>
                    <a:pt x="1131296" y="419100"/>
                  </a:lnTo>
                  <a:lnTo>
                    <a:pt x="1145306" y="419100"/>
                  </a:lnTo>
                  <a:lnTo>
                    <a:pt x="1137326" y="406400"/>
                  </a:lnTo>
                  <a:lnTo>
                    <a:pt x="1130500" y="393700"/>
                  </a:lnTo>
                  <a:lnTo>
                    <a:pt x="1124951" y="393700"/>
                  </a:lnTo>
                  <a:lnTo>
                    <a:pt x="1120803" y="381000"/>
                  </a:lnTo>
                  <a:lnTo>
                    <a:pt x="1117217" y="368300"/>
                  </a:lnTo>
                  <a:lnTo>
                    <a:pt x="1111744" y="355600"/>
                  </a:lnTo>
                  <a:lnTo>
                    <a:pt x="1106019" y="330200"/>
                  </a:lnTo>
                  <a:lnTo>
                    <a:pt x="1099946" y="317500"/>
                  </a:lnTo>
                  <a:lnTo>
                    <a:pt x="1093431" y="304800"/>
                  </a:lnTo>
                  <a:lnTo>
                    <a:pt x="1089396" y="292100"/>
                  </a:lnTo>
                  <a:lnTo>
                    <a:pt x="1085087" y="279400"/>
                  </a:lnTo>
                  <a:lnTo>
                    <a:pt x="1080497" y="266700"/>
                  </a:lnTo>
                  <a:lnTo>
                    <a:pt x="1072395" y="254000"/>
                  </a:lnTo>
                  <a:close/>
                </a:path>
                <a:path w="1319529" h="2108200">
                  <a:moveTo>
                    <a:pt x="759734" y="12700"/>
                  </a:moveTo>
                  <a:lnTo>
                    <a:pt x="711955" y="12700"/>
                  </a:lnTo>
                  <a:lnTo>
                    <a:pt x="802383" y="38100"/>
                  </a:lnTo>
                  <a:lnTo>
                    <a:pt x="850742" y="63500"/>
                  </a:lnTo>
                  <a:lnTo>
                    <a:pt x="896451" y="88900"/>
                  </a:lnTo>
                  <a:lnTo>
                    <a:pt x="939182" y="114300"/>
                  </a:lnTo>
                  <a:lnTo>
                    <a:pt x="978606" y="152400"/>
                  </a:lnTo>
                  <a:lnTo>
                    <a:pt x="1014394" y="190500"/>
                  </a:lnTo>
                  <a:lnTo>
                    <a:pt x="1046218" y="228600"/>
                  </a:lnTo>
                  <a:lnTo>
                    <a:pt x="1049744" y="241300"/>
                  </a:lnTo>
                  <a:lnTo>
                    <a:pt x="1057394" y="241300"/>
                  </a:lnTo>
                  <a:lnTo>
                    <a:pt x="1061039" y="254000"/>
                  </a:lnTo>
                  <a:lnTo>
                    <a:pt x="1068450" y="254000"/>
                  </a:lnTo>
                  <a:lnTo>
                    <a:pt x="1061279" y="241300"/>
                  </a:lnTo>
                  <a:lnTo>
                    <a:pt x="1057215" y="228600"/>
                  </a:lnTo>
                  <a:lnTo>
                    <a:pt x="1053390" y="228600"/>
                  </a:lnTo>
                  <a:lnTo>
                    <a:pt x="1020989" y="177800"/>
                  </a:lnTo>
                  <a:lnTo>
                    <a:pt x="984553" y="139700"/>
                  </a:lnTo>
                  <a:lnTo>
                    <a:pt x="944419" y="114300"/>
                  </a:lnTo>
                  <a:lnTo>
                    <a:pt x="900922" y="76200"/>
                  </a:lnTo>
                  <a:lnTo>
                    <a:pt x="854401" y="50800"/>
                  </a:lnTo>
                  <a:lnTo>
                    <a:pt x="805192" y="25400"/>
                  </a:lnTo>
                  <a:lnTo>
                    <a:pt x="759734" y="12700"/>
                  </a:lnTo>
                  <a:close/>
                </a:path>
                <a:path w="1319529" h="2108200">
                  <a:moveTo>
                    <a:pt x="334458" y="63500"/>
                  </a:moveTo>
                  <a:lnTo>
                    <a:pt x="317941" y="63500"/>
                  </a:lnTo>
                  <a:lnTo>
                    <a:pt x="305303" y="76200"/>
                  </a:lnTo>
                  <a:lnTo>
                    <a:pt x="321796" y="76200"/>
                  </a:lnTo>
                  <a:lnTo>
                    <a:pt x="334458" y="63500"/>
                  </a:lnTo>
                  <a:close/>
                </a:path>
                <a:path w="1319529" h="2108200">
                  <a:moveTo>
                    <a:pt x="432827" y="25400"/>
                  </a:moveTo>
                  <a:lnTo>
                    <a:pt x="399996" y="25400"/>
                  </a:lnTo>
                  <a:lnTo>
                    <a:pt x="371310" y="38100"/>
                  </a:lnTo>
                  <a:lnTo>
                    <a:pt x="365274" y="38100"/>
                  </a:lnTo>
                  <a:lnTo>
                    <a:pt x="343878" y="50800"/>
                  </a:lnTo>
                  <a:lnTo>
                    <a:pt x="330803" y="63500"/>
                  </a:lnTo>
                  <a:lnTo>
                    <a:pt x="347345" y="63500"/>
                  </a:lnTo>
                  <a:lnTo>
                    <a:pt x="362704" y="50800"/>
                  </a:lnTo>
                  <a:lnTo>
                    <a:pt x="374358" y="50800"/>
                  </a:lnTo>
                  <a:lnTo>
                    <a:pt x="402626" y="38100"/>
                  </a:lnTo>
                  <a:lnTo>
                    <a:pt x="432827" y="25400"/>
                  </a:lnTo>
                  <a:close/>
                </a:path>
                <a:path w="1319529" h="2108200">
                  <a:moveTo>
                    <a:pt x="494350" y="12700"/>
                  </a:moveTo>
                  <a:lnTo>
                    <a:pt x="461493" y="12700"/>
                  </a:lnTo>
                  <a:lnTo>
                    <a:pt x="430532" y="25400"/>
                  </a:lnTo>
                  <a:lnTo>
                    <a:pt x="463420" y="25400"/>
                  </a:lnTo>
                  <a:lnTo>
                    <a:pt x="494350" y="12700"/>
                  </a:lnTo>
                  <a:close/>
                </a:path>
                <a:path w="1319529" h="2108200">
                  <a:moveTo>
                    <a:pt x="572302" y="0"/>
                  </a:moveTo>
                  <a:lnTo>
                    <a:pt x="524424" y="0"/>
                  </a:lnTo>
                  <a:lnTo>
                    <a:pt x="492812" y="12700"/>
                  </a:lnTo>
                  <a:lnTo>
                    <a:pt x="525559" y="12700"/>
                  </a:lnTo>
                  <a:lnTo>
                    <a:pt x="572302" y="0"/>
                  </a:lnTo>
                  <a:close/>
                </a:path>
                <a:path w="1319529" h="2108200">
                  <a:moveTo>
                    <a:pt x="666556" y="0"/>
                  </a:moveTo>
                  <a:lnTo>
                    <a:pt x="619096" y="0"/>
                  </a:lnTo>
                  <a:lnTo>
                    <a:pt x="665719" y="12700"/>
                  </a:lnTo>
                  <a:lnTo>
                    <a:pt x="713449" y="12700"/>
                  </a:lnTo>
                  <a:lnTo>
                    <a:pt x="666556" y="0"/>
                  </a:lnTo>
                  <a:close/>
                </a:path>
              </a:pathLst>
            </a:custGeom>
            <a:solidFill>
              <a:srgbClr val="455A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4"/>
          <p:cNvSpPr/>
          <p:nvPr/>
        </p:nvSpPr>
        <p:spPr>
          <a:xfrm>
            <a:off x="6464995" y="2754074"/>
            <a:ext cx="307227" cy="558928"/>
          </a:xfrm>
          <a:custGeom>
            <a:avLst/>
            <a:gdLst/>
            <a:ahLst/>
            <a:cxnLst/>
            <a:rect l="l" t="t" r="r" b="b"/>
            <a:pathLst>
              <a:path w="239395" h="394335">
                <a:moveTo>
                  <a:pt x="78117" y="338886"/>
                </a:moveTo>
                <a:lnTo>
                  <a:pt x="19062" y="318452"/>
                </a:lnTo>
                <a:lnTo>
                  <a:pt x="0" y="373532"/>
                </a:lnTo>
                <a:lnTo>
                  <a:pt x="59042" y="393966"/>
                </a:lnTo>
                <a:lnTo>
                  <a:pt x="78117" y="338886"/>
                </a:lnTo>
                <a:close/>
              </a:path>
              <a:path w="239395" h="394335">
                <a:moveTo>
                  <a:pt x="239395" y="94068"/>
                </a:moveTo>
                <a:lnTo>
                  <a:pt x="220484" y="51282"/>
                </a:lnTo>
                <a:lnTo>
                  <a:pt x="189801" y="22491"/>
                </a:lnTo>
                <a:lnTo>
                  <a:pt x="160223" y="7277"/>
                </a:lnTo>
                <a:lnTo>
                  <a:pt x="131152" y="0"/>
                </a:lnTo>
                <a:lnTo>
                  <a:pt x="89484" y="609"/>
                </a:lnTo>
                <a:lnTo>
                  <a:pt x="46101" y="22415"/>
                </a:lnTo>
                <a:lnTo>
                  <a:pt x="11899" y="78790"/>
                </a:lnTo>
                <a:lnTo>
                  <a:pt x="70700" y="99034"/>
                </a:lnTo>
                <a:lnTo>
                  <a:pt x="74168" y="91605"/>
                </a:lnTo>
                <a:lnTo>
                  <a:pt x="85661" y="76504"/>
                </a:lnTo>
                <a:lnTo>
                  <a:pt x="106832" y="64566"/>
                </a:lnTo>
                <a:lnTo>
                  <a:pt x="139306" y="66598"/>
                </a:lnTo>
                <a:lnTo>
                  <a:pt x="153504" y="73367"/>
                </a:lnTo>
                <a:lnTo>
                  <a:pt x="164680" y="83934"/>
                </a:lnTo>
                <a:lnTo>
                  <a:pt x="172135" y="97396"/>
                </a:lnTo>
                <a:lnTo>
                  <a:pt x="175171" y="112839"/>
                </a:lnTo>
                <a:lnTo>
                  <a:pt x="174307" y="125984"/>
                </a:lnTo>
                <a:lnTo>
                  <a:pt x="154609" y="158953"/>
                </a:lnTo>
                <a:lnTo>
                  <a:pt x="122580" y="171475"/>
                </a:lnTo>
                <a:lnTo>
                  <a:pt x="100507" y="169379"/>
                </a:lnTo>
                <a:lnTo>
                  <a:pt x="74650" y="158953"/>
                </a:lnTo>
                <a:lnTo>
                  <a:pt x="28867" y="291515"/>
                </a:lnTo>
                <a:lnTo>
                  <a:pt x="86956" y="311581"/>
                </a:lnTo>
                <a:lnTo>
                  <a:pt x="113855" y="233984"/>
                </a:lnTo>
                <a:lnTo>
                  <a:pt x="128206" y="233705"/>
                </a:lnTo>
                <a:lnTo>
                  <a:pt x="162128" y="226326"/>
                </a:lnTo>
                <a:lnTo>
                  <a:pt x="201866" y="202107"/>
                </a:lnTo>
                <a:lnTo>
                  <a:pt x="233680" y="151244"/>
                </a:lnTo>
                <a:lnTo>
                  <a:pt x="239395" y="94068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5"/>
          <p:cNvSpPr/>
          <p:nvPr/>
        </p:nvSpPr>
        <p:spPr>
          <a:xfrm>
            <a:off x="6168489" y="2674941"/>
            <a:ext cx="171949" cy="323116"/>
          </a:xfrm>
          <a:custGeom>
            <a:avLst/>
            <a:gdLst/>
            <a:ahLst/>
            <a:cxnLst/>
            <a:rect l="l" t="t" r="r" b="b"/>
            <a:pathLst>
              <a:path w="133985" h="227965">
                <a:moveTo>
                  <a:pt x="129070" y="217474"/>
                </a:moveTo>
                <a:lnTo>
                  <a:pt x="119773" y="185280"/>
                </a:lnTo>
                <a:lnTo>
                  <a:pt x="85318" y="195262"/>
                </a:lnTo>
                <a:lnTo>
                  <a:pt x="94627" y="227393"/>
                </a:lnTo>
                <a:lnTo>
                  <a:pt x="129070" y="217474"/>
                </a:lnTo>
                <a:close/>
              </a:path>
              <a:path w="133985" h="227965">
                <a:moveTo>
                  <a:pt x="133451" y="68211"/>
                </a:moveTo>
                <a:lnTo>
                  <a:pt x="130378" y="45796"/>
                </a:lnTo>
                <a:lnTo>
                  <a:pt x="114185" y="17094"/>
                </a:lnTo>
                <a:lnTo>
                  <a:pt x="91109" y="3302"/>
                </a:lnTo>
                <a:lnTo>
                  <a:pt x="67094" y="0"/>
                </a:lnTo>
                <a:lnTo>
                  <a:pt x="48120" y="2781"/>
                </a:lnTo>
                <a:lnTo>
                  <a:pt x="32346" y="8724"/>
                </a:lnTo>
                <a:lnTo>
                  <a:pt x="13119" y="22669"/>
                </a:lnTo>
                <a:lnTo>
                  <a:pt x="0" y="47218"/>
                </a:lnTo>
                <a:lnTo>
                  <a:pt x="2578" y="84975"/>
                </a:lnTo>
                <a:lnTo>
                  <a:pt x="36931" y="75120"/>
                </a:lnTo>
                <a:lnTo>
                  <a:pt x="35890" y="63080"/>
                </a:lnTo>
                <a:lnTo>
                  <a:pt x="39408" y="51968"/>
                </a:lnTo>
                <a:lnTo>
                  <a:pt x="46837" y="42989"/>
                </a:lnTo>
                <a:lnTo>
                  <a:pt x="58445" y="37134"/>
                </a:lnTo>
                <a:lnTo>
                  <a:pt x="67335" y="35636"/>
                </a:lnTo>
                <a:lnTo>
                  <a:pt x="76034" y="36906"/>
                </a:lnTo>
                <a:lnTo>
                  <a:pt x="97307" y="68135"/>
                </a:lnTo>
                <a:lnTo>
                  <a:pt x="96100" y="75666"/>
                </a:lnTo>
                <a:lnTo>
                  <a:pt x="92329" y="84175"/>
                </a:lnTo>
                <a:lnTo>
                  <a:pt x="85229" y="92087"/>
                </a:lnTo>
                <a:lnTo>
                  <a:pt x="74155" y="98374"/>
                </a:lnTo>
                <a:lnTo>
                  <a:pt x="58445" y="102006"/>
                </a:lnTo>
                <a:lnTo>
                  <a:pt x="80822" y="179425"/>
                </a:lnTo>
                <a:lnTo>
                  <a:pt x="114820" y="169570"/>
                </a:lnTo>
                <a:lnTo>
                  <a:pt x="101688" y="124282"/>
                </a:lnTo>
                <a:lnTo>
                  <a:pt x="118491" y="109131"/>
                </a:lnTo>
                <a:lnTo>
                  <a:pt x="129286" y="89877"/>
                </a:lnTo>
                <a:lnTo>
                  <a:pt x="133451" y="68211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C74C4C-E3C5-E861-11F6-9C67E4D7F673}"/>
              </a:ext>
            </a:extLst>
          </p:cNvPr>
          <p:cNvSpPr txBox="1"/>
          <p:nvPr/>
        </p:nvSpPr>
        <p:spPr>
          <a:xfrm>
            <a:off x="391886" y="1317544"/>
            <a:ext cx="778356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One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of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the</a:t>
            </a:r>
            <a:r>
              <a:rPr lang="en-US" sz="2800" spc="-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primary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3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issue</a:t>
            </a:r>
            <a:r>
              <a:rPr lang="en-US" sz="2800" spc="-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for</a:t>
            </a:r>
            <a:r>
              <a:rPr lang="en-US" sz="2800" spc="-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2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company </a:t>
            </a:r>
            <a:r>
              <a:rPr lang="en-US" sz="2800" spc="13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is</a:t>
            </a:r>
            <a:r>
              <a:rPr lang="en-US" sz="2800" spc="-3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9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understanding</a:t>
            </a:r>
            <a:r>
              <a:rPr lang="en-US" sz="2800" spc="-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3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and</a:t>
            </a:r>
            <a:r>
              <a:rPr lang="en-US" sz="2800" spc="-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improving </a:t>
            </a:r>
            <a:r>
              <a:rPr lang="en-US" sz="2800" spc="8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customer</a:t>
            </a:r>
            <a:r>
              <a:rPr lang="en-US" sz="2800" spc="-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satisfaction</a:t>
            </a:r>
            <a:r>
              <a:rPr lang="en-US" sz="2800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with</a:t>
            </a:r>
            <a:r>
              <a:rPr lang="en-US" sz="2800" spc="-1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7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regard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to</a:t>
            </a:r>
            <a:r>
              <a:rPr lang="en-US" sz="2800" spc="-1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the </a:t>
            </a:r>
            <a:r>
              <a:rPr lang="en-US" sz="2800" spc="10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handling</a:t>
            </a:r>
            <a:r>
              <a:rPr lang="en-US" sz="2800" spc="-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of</a:t>
            </a:r>
            <a:r>
              <a:rPr lang="en-US" sz="2800" spc="-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9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consumer</a:t>
            </a:r>
            <a:r>
              <a:rPr lang="en-US" sz="2800" spc="-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complaints.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100" dirty="0">
              <a:solidFill>
                <a:srgbClr val="1D1D1B"/>
              </a:solidFill>
              <a:latin typeface="Agency FB" panose="020B0503020202020204" pitchFamily="34" charset="0"/>
              <a:cs typeface="Gill Sans M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-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There </a:t>
            </a:r>
            <a:r>
              <a:rPr lang="en-US" sz="2800" spc="13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is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2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</a:t>
            </a:r>
            <a:r>
              <a:rPr lang="en-US" sz="2800" spc="-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8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need</a:t>
            </a:r>
            <a:r>
              <a:rPr lang="en-US" sz="2800" spc="-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to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identify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9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factors</a:t>
            </a:r>
            <a:r>
              <a:rPr lang="en-US" sz="2800" spc="-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contributing 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to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dissatisfaction,</a:t>
            </a:r>
            <a:r>
              <a:rPr lang="en-US" sz="2800" spc="-5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14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delays</a:t>
            </a:r>
            <a:r>
              <a:rPr lang="en-US" sz="2800" spc="-5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5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in</a:t>
            </a:r>
            <a:r>
              <a:rPr lang="en-US" sz="2800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-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resolution, </a:t>
            </a:r>
            <a:r>
              <a:rPr lang="en-US" sz="2800" spc="1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and</a:t>
            </a:r>
            <a:r>
              <a:rPr lang="en-US" sz="2800" spc="-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the</a:t>
            </a:r>
            <a:r>
              <a:rPr lang="en-US" sz="2800" spc="-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2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channels</a:t>
            </a:r>
            <a:r>
              <a:rPr lang="en-US" sz="2800" spc="-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through</a:t>
            </a:r>
            <a:r>
              <a:rPr lang="en-US" sz="2800" spc="-7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7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which </a:t>
            </a:r>
            <a:r>
              <a:rPr lang="en-US" sz="2800" spc="1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complaints</a:t>
            </a:r>
            <a:r>
              <a:rPr lang="en-US" sz="2800" spc="-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are</a:t>
            </a:r>
            <a:r>
              <a:rPr lang="en-US" sz="2800" spc="-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most</a:t>
            </a:r>
            <a:r>
              <a:rPr lang="en-US" sz="2800" spc="-5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7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effectively </a:t>
            </a:r>
            <a:r>
              <a:rPr lang="en-US" sz="2800" spc="1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managed.</a:t>
            </a:r>
          </a:p>
          <a:p>
            <a:r>
              <a:rPr lang="en-US" sz="2800" spc="-7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8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This</a:t>
            </a:r>
            <a:r>
              <a:rPr lang="en-US" sz="2800" spc="-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analysis</a:t>
            </a:r>
            <a:r>
              <a:rPr lang="en-US" sz="2800" spc="-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aims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to</a:t>
            </a:r>
            <a:r>
              <a:rPr lang="en-US" sz="2800" spc="-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uncover </a:t>
            </a:r>
            <a:r>
              <a:rPr lang="en-US" sz="2800" spc="9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these</a:t>
            </a:r>
            <a:r>
              <a:rPr lang="en-US" sz="2800" spc="-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insights</a:t>
            </a:r>
            <a:r>
              <a:rPr lang="en-US" sz="2800" spc="-2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to</a:t>
            </a:r>
            <a:r>
              <a:rPr lang="en-US" sz="2800" spc="-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enhance</a:t>
            </a:r>
            <a:r>
              <a:rPr lang="en-US" sz="2800" spc="-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customer </a:t>
            </a:r>
            <a:r>
              <a:rPr lang="en-US" sz="2800" spc="8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service</a:t>
            </a:r>
            <a:r>
              <a:rPr lang="en-US" sz="2800" spc="-7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and</a:t>
            </a:r>
            <a:r>
              <a:rPr lang="en-US" sz="2800" spc="-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operational</a:t>
            </a:r>
            <a:r>
              <a:rPr lang="en-US" sz="2800" spc="-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8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efficiency.</a:t>
            </a:r>
            <a:endParaRPr lang="en-US" sz="2800" dirty="0">
              <a:latin typeface="Agency FB" panose="020B0503020202020204" pitchFamily="34" charset="0"/>
              <a:cs typeface="Gill Sans M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316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381000" y="6345823"/>
            <a:ext cx="69153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30353F"/>
                </a:solidFill>
              </a:defRPr>
            </a:lvl1pPr>
          </a:lstStyle>
          <a:p>
            <a:r>
              <a:rPr lang="en-US" dirty="0">
                <a:solidFill>
                  <a:srgbClr val="1F2229"/>
                </a:solidFill>
              </a:rPr>
              <a:t>Your logo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CD843C5-0DBD-4721-ACAD-288CC256EF82}"/>
              </a:ext>
            </a:extLst>
          </p:cNvPr>
          <p:cNvSpPr txBox="1"/>
          <p:nvPr/>
        </p:nvSpPr>
        <p:spPr>
          <a:xfrm>
            <a:off x="4656705" y="230555"/>
            <a:ext cx="1782539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tabLst>
                <a:tab pos="347663" algn="l"/>
              </a:tabLst>
            </a:pPr>
            <a:r>
              <a:rPr lang="en-IN" sz="4800" dirty="0">
                <a:solidFill>
                  <a:srgbClr val="003049"/>
                </a:solidFill>
                <a:latin typeface="Agency FB" panose="020B0503020202020204" pitchFamily="34" charset="0"/>
              </a:rPr>
              <a:t>Objective</a:t>
            </a:r>
            <a:endParaRPr lang="en-US" sz="4800" b="1" dirty="0">
              <a:solidFill>
                <a:srgbClr val="003049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19D7E498-2D9B-4F60-93FF-25DEC5873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112F8-8316-C8B2-17DE-583B97060717}"/>
              </a:ext>
            </a:extLst>
          </p:cNvPr>
          <p:cNvSpPr txBox="1"/>
          <p:nvPr/>
        </p:nvSpPr>
        <p:spPr>
          <a:xfrm>
            <a:off x="244333" y="1147915"/>
            <a:ext cx="6486331" cy="4857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The</a:t>
            </a:r>
            <a:r>
              <a:rPr lang="en-US" sz="2800" spc="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5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objective</a:t>
            </a:r>
            <a:r>
              <a:rPr lang="en-US" sz="2800" spc="3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8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of</a:t>
            </a:r>
            <a:r>
              <a:rPr lang="en-US" sz="2800" spc="3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7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this</a:t>
            </a:r>
            <a:r>
              <a:rPr lang="en-US" sz="2800" spc="3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project</a:t>
            </a:r>
            <a:r>
              <a:rPr lang="en-US" sz="2800" spc="2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14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is</a:t>
            </a:r>
            <a:r>
              <a:rPr lang="en-US" sz="2800" spc="3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to </a:t>
            </a:r>
            <a:r>
              <a:rPr lang="en-US" sz="2800" spc="1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analyze</a:t>
            </a:r>
            <a:r>
              <a:rPr lang="en-US" sz="2800" spc="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7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consumer</a:t>
            </a:r>
            <a:r>
              <a:rPr lang="en-US" sz="2800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7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complaint</a:t>
            </a:r>
            <a:r>
              <a:rPr lang="en-US" sz="2800" spc="-1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data</a:t>
            </a:r>
            <a:r>
              <a:rPr lang="en-US" sz="2800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-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to </a:t>
            </a:r>
            <a:r>
              <a:rPr lang="en-US" sz="2800" spc="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identify</a:t>
            </a:r>
            <a:r>
              <a:rPr lang="en-US" sz="2800" spc="-1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trends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14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and</a:t>
            </a:r>
            <a:r>
              <a:rPr lang="en-US" sz="2800" spc="-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5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patterns</a:t>
            </a:r>
            <a:r>
              <a:rPr lang="en-US" sz="2800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that</a:t>
            </a:r>
            <a:r>
              <a:rPr lang="en-US" sz="2800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can </a:t>
            </a:r>
            <a:r>
              <a:rPr lang="en-US" sz="2800" spc="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inform</a:t>
            </a:r>
            <a:r>
              <a:rPr lang="en-US" sz="2800" spc="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8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strategies</a:t>
            </a:r>
            <a:r>
              <a:rPr lang="en-US" sz="2800" spc="-1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for</a:t>
            </a:r>
            <a:r>
              <a:rPr lang="en-US" sz="2800" spc="-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improving </a:t>
            </a:r>
            <a:r>
              <a:rPr lang="en-US" sz="2800" spc="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customer</a:t>
            </a:r>
            <a:r>
              <a:rPr lang="en-US" sz="2800" spc="-1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8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satisfaction,</a:t>
            </a:r>
            <a:r>
              <a:rPr lang="en-US" sz="2800" spc="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reducing </a:t>
            </a:r>
            <a:r>
              <a:rPr lang="en-US" sz="2800" spc="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resolution</a:t>
            </a:r>
            <a:r>
              <a:rPr lang="en-US" sz="2800" spc="8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times, </a:t>
            </a:r>
            <a:r>
              <a:rPr lang="en-US" sz="2800" spc="7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ensuring</a:t>
            </a:r>
            <a:r>
              <a:rPr lang="en-US" sz="2800" spc="114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timely </a:t>
            </a:r>
            <a:r>
              <a:rPr lang="en-US" sz="2800" spc="8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responses,</a:t>
            </a:r>
            <a:r>
              <a:rPr lang="en-US" sz="2800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and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8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minimizing</a:t>
            </a:r>
            <a:r>
              <a:rPr lang="en-US" sz="2800" spc="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7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disputes. </a:t>
            </a:r>
          </a:p>
          <a:p>
            <a:pPr marL="469900" marR="508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2800" spc="75" dirty="0">
              <a:solidFill>
                <a:srgbClr val="1D1D1B"/>
              </a:solidFill>
              <a:latin typeface="Agency FB" panose="020B0503020202020204" pitchFamily="34" charset="0"/>
              <a:cs typeface="Gill Sans MT"/>
            </a:endParaRPr>
          </a:p>
          <a:p>
            <a:pPr marL="469900" marR="508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spc="7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This</a:t>
            </a:r>
            <a:r>
              <a:rPr lang="en-US" sz="2800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involves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8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examining</a:t>
            </a:r>
            <a:r>
              <a:rPr lang="en-US" sz="2800" spc="1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the </a:t>
            </a:r>
            <a:r>
              <a:rPr lang="en-US" sz="2800" spc="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performance</a:t>
            </a:r>
            <a:r>
              <a:rPr lang="en-US" sz="2800" spc="-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8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of</a:t>
            </a:r>
            <a:r>
              <a:rPr lang="en-US" sz="2800" spc="-2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5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different</a:t>
            </a:r>
            <a:r>
              <a:rPr lang="en-US" sz="2800" spc="1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8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companies, </a:t>
            </a:r>
            <a:r>
              <a:rPr lang="en-US" sz="2800" spc="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products,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and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7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complaint</a:t>
            </a:r>
            <a:r>
              <a:rPr lang="en-US" sz="2800" spc="-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channels</a:t>
            </a:r>
            <a:r>
              <a:rPr lang="en-US" sz="2800" spc="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to </a:t>
            </a:r>
            <a:r>
              <a:rPr lang="en-US" sz="2800" spc="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pinpoint</a:t>
            </a:r>
            <a:r>
              <a:rPr lang="en-US" sz="2800" spc="3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10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areas</a:t>
            </a:r>
            <a:r>
              <a:rPr lang="en-US" sz="2800" spc="-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for</a:t>
            </a:r>
            <a:r>
              <a:rPr lang="en-US" sz="2800" spc="-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5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improvement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8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and </a:t>
            </a:r>
            <a:r>
              <a:rPr lang="en-US" sz="2800" spc="9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best</a:t>
            </a:r>
            <a:r>
              <a:rPr lang="en-US" sz="2800" spc="-4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practices.</a:t>
            </a:r>
            <a:endParaRPr lang="en-US" sz="2800" dirty="0">
              <a:latin typeface="Agency FB" panose="020B0503020202020204" pitchFamily="34" charset="0"/>
              <a:cs typeface="Gill Sans MT"/>
            </a:endParaRPr>
          </a:p>
        </p:txBody>
      </p:sp>
      <p:pic>
        <p:nvPicPr>
          <p:cNvPr id="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2085" y="734246"/>
            <a:ext cx="4508711" cy="511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7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11CFE-1545-801B-293C-05853D487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9720" y="346768"/>
            <a:ext cx="6212840" cy="1325563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003049"/>
                </a:solidFill>
                <a:latin typeface="Agency FB" panose="020B0503020202020204" pitchFamily="34" charset="0"/>
              </a:rPr>
              <a:t>Dataset Overview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534042" y="2601266"/>
            <a:ext cx="9005525" cy="36606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>
              <a:lnSpc>
                <a:spcPct val="100000"/>
              </a:lnSpc>
              <a:spcBef>
                <a:spcPts val="105"/>
              </a:spcBef>
            </a:pPr>
            <a:r>
              <a:rPr lang="en-US" spc="-80" dirty="0">
                <a:latin typeface="Agency FB" panose="020B0503020202020204" pitchFamily="34" charset="0"/>
              </a:rPr>
              <a:t>Data</a:t>
            </a:r>
            <a:r>
              <a:rPr lang="en-US" spc="-30" dirty="0">
                <a:latin typeface="Agency FB" panose="020B0503020202020204" pitchFamily="34" charset="0"/>
              </a:rPr>
              <a:t> </a:t>
            </a:r>
            <a:r>
              <a:rPr lang="en-US" spc="-10" dirty="0">
                <a:latin typeface="Agency FB" panose="020B0503020202020204" pitchFamily="34" charset="0"/>
              </a:rPr>
              <a:t>source:</a:t>
            </a:r>
            <a:r>
              <a:rPr lang="en-US" spc="-30" dirty="0">
                <a:latin typeface="Agency FB" panose="020B0503020202020204" pitchFamily="34" charset="0"/>
              </a:rPr>
              <a:t> </a:t>
            </a:r>
            <a:r>
              <a:rPr lang="en-US" b="1" spc="-10" dirty="0">
                <a:latin typeface="Agency FB" panose="020B0503020202020204" pitchFamily="34" charset="0"/>
                <a:cs typeface="Gill Sans MT"/>
              </a:rPr>
              <a:t>Internet</a:t>
            </a:r>
          </a:p>
          <a:p>
            <a:pPr marL="0" indent="0">
              <a:lnSpc>
                <a:spcPct val="100000"/>
              </a:lnSpc>
              <a:spcBef>
                <a:spcPts val="55"/>
              </a:spcBef>
              <a:buNone/>
            </a:pPr>
            <a:endParaRPr lang="en-US" sz="2400" spc="-10" dirty="0">
              <a:latin typeface="Agency FB" panose="020B0503020202020204" pitchFamily="34" charset="0"/>
              <a:cs typeface="Gill Sans MT"/>
            </a:endParaRPr>
          </a:p>
          <a:p>
            <a:pPr marL="2540">
              <a:lnSpc>
                <a:spcPct val="100000"/>
              </a:lnSpc>
              <a:spcBef>
                <a:spcPts val="5"/>
              </a:spcBef>
            </a:pPr>
            <a:r>
              <a:rPr lang="en-US" spc="-85" dirty="0">
                <a:latin typeface="Agency FB" panose="020B0503020202020204" pitchFamily="34" charset="0"/>
              </a:rPr>
              <a:t>Time</a:t>
            </a:r>
            <a:r>
              <a:rPr lang="en-US" spc="-30" dirty="0">
                <a:latin typeface="Agency FB" panose="020B0503020202020204" pitchFamily="34" charset="0"/>
              </a:rPr>
              <a:t> </a:t>
            </a:r>
            <a:r>
              <a:rPr lang="en-US" spc="-35" dirty="0">
                <a:latin typeface="Agency FB" panose="020B0503020202020204" pitchFamily="34" charset="0"/>
              </a:rPr>
              <a:t>period:</a:t>
            </a:r>
            <a:r>
              <a:rPr lang="en-US" spc="-15" dirty="0">
                <a:latin typeface="Agency FB" panose="020B0503020202020204" pitchFamily="34" charset="0"/>
              </a:rPr>
              <a:t>  </a:t>
            </a:r>
            <a:r>
              <a:rPr lang="en-US" b="1" spc="50" dirty="0">
                <a:latin typeface="Agency FB" panose="020B0503020202020204" pitchFamily="34" charset="0"/>
                <a:cs typeface="Gill Sans MT"/>
              </a:rPr>
              <a:t>2013-</a:t>
            </a:r>
            <a:r>
              <a:rPr lang="en-US" b="1" spc="60" dirty="0">
                <a:latin typeface="Agency FB" panose="020B0503020202020204" pitchFamily="34" charset="0"/>
                <a:cs typeface="Gill Sans MT"/>
              </a:rPr>
              <a:t>2016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US" sz="1800" spc="60" dirty="0">
              <a:latin typeface="Agency FB" panose="020B0503020202020204" pitchFamily="34" charset="0"/>
              <a:cs typeface="Gill Sans MT"/>
            </a:endParaRPr>
          </a:p>
          <a:p>
            <a:pPr>
              <a:lnSpc>
                <a:spcPct val="100000"/>
              </a:lnSpc>
            </a:pPr>
            <a:r>
              <a:rPr lang="en-US" spc="-80" dirty="0">
                <a:latin typeface="Agency FB" panose="020B0503020202020204" pitchFamily="34" charset="0"/>
              </a:rPr>
              <a:t>Data</a:t>
            </a:r>
            <a:r>
              <a:rPr lang="en-US" spc="5" dirty="0">
                <a:latin typeface="Agency FB" panose="020B0503020202020204" pitchFamily="34" charset="0"/>
              </a:rPr>
              <a:t> </a:t>
            </a:r>
            <a:r>
              <a:rPr lang="en-US" dirty="0">
                <a:latin typeface="Agency FB" panose="020B0503020202020204" pitchFamily="34" charset="0"/>
              </a:rPr>
              <a:t>size:</a:t>
            </a:r>
            <a:r>
              <a:rPr lang="en-US" spc="35" dirty="0">
                <a:latin typeface="Agency FB" panose="020B0503020202020204" pitchFamily="34" charset="0"/>
              </a:rPr>
              <a:t>  </a:t>
            </a:r>
            <a:r>
              <a:rPr lang="en-US" b="1" spc="55" dirty="0" err="1">
                <a:latin typeface="Agency FB" panose="020B0503020202020204" pitchFamily="34" charset="0"/>
                <a:cs typeface="Gill Sans MT"/>
              </a:rPr>
              <a:t>datatset_consumer_complaints</a:t>
            </a:r>
            <a:r>
              <a:rPr lang="en-US" b="1" spc="-15" dirty="0">
                <a:latin typeface="Agency FB" panose="020B0503020202020204" pitchFamily="34" charset="0"/>
                <a:cs typeface="Gill Sans MT"/>
              </a:rPr>
              <a:t> </a:t>
            </a:r>
            <a:r>
              <a:rPr lang="en-US" b="1" spc="60" dirty="0">
                <a:latin typeface="Agency FB" panose="020B0503020202020204" pitchFamily="34" charset="0"/>
                <a:cs typeface="Gill Sans MT"/>
              </a:rPr>
              <a:t>(14000</a:t>
            </a:r>
            <a:r>
              <a:rPr lang="en-US" b="1" spc="40" dirty="0">
                <a:latin typeface="Agency FB" panose="020B0503020202020204" pitchFamily="34" charset="0"/>
                <a:cs typeface="Gill Sans MT"/>
              </a:rPr>
              <a:t>)</a:t>
            </a:r>
          </a:p>
          <a:p>
            <a:pPr>
              <a:lnSpc>
                <a:spcPct val="100000"/>
              </a:lnSpc>
            </a:pPr>
            <a:endParaRPr lang="en-US" sz="1800" spc="40" dirty="0">
              <a:latin typeface="Agency FB" panose="020B0503020202020204" pitchFamily="34" charset="0"/>
              <a:cs typeface="Gill Sans MT"/>
            </a:endParaRPr>
          </a:p>
          <a:p>
            <a:pPr>
              <a:lnSpc>
                <a:spcPct val="100000"/>
              </a:lnSpc>
            </a:pPr>
            <a:r>
              <a:rPr lang="en-US" sz="2800" spc="-6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Key</a:t>
            </a:r>
            <a:r>
              <a:rPr lang="en-US" sz="2800" spc="-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spc="-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Columns: </a:t>
            </a:r>
            <a:r>
              <a:rPr lang="en-US" sz="280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b="1" spc="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Company,</a:t>
            </a:r>
            <a:r>
              <a:rPr lang="en-US" sz="2800" b="1" spc="-2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b="1" spc="4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Resolution</a:t>
            </a:r>
            <a:r>
              <a:rPr lang="en-US" sz="2800" b="1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time,</a:t>
            </a:r>
            <a:r>
              <a:rPr lang="en-US" sz="2800" b="1" spc="-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b="1" spc="7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Issue, </a:t>
            </a:r>
            <a:r>
              <a:rPr lang="en-US" sz="2800" b="1" spc="6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Submitted</a:t>
            </a:r>
            <a:r>
              <a:rPr lang="en-US" sz="2800" b="1" spc="-2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</a:t>
            </a:r>
            <a:r>
              <a:rPr lang="en-US" sz="2800" b="1" spc="5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via,</a:t>
            </a:r>
            <a:r>
              <a:rPr lang="en-US" sz="2800" b="1" spc="-10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product</a:t>
            </a:r>
            <a:endParaRPr lang="en-US" sz="2800" b="1" dirty="0">
              <a:latin typeface="Agency FB" panose="020B0503020202020204" pitchFamily="34" charset="0"/>
              <a:cs typeface="Gill Sans M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spc="-35" dirty="0">
                <a:solidFill>
                  <a:srgbClr val="1D1D1B"/>
                </a:solidFill>
                <a:latin typeface="Agency FB" panose="020B0503020202020204" pitchFamily="34" charset="0"/>
                <a:cs typeface="Gill Sans MT"/>
              </a:rPr>
              <a:t>                 </a:t>
            </a:r>
            <a:endParaRPr lang="en-US" spc="40" dirty="0">
              <a:latin typeface="Agency FB" panose="020B0503020202020204" pitchFamily="34" charset="0"/>
              <a:cs typeface="Gill Sans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33971" y="2773339"/>
            <a:ext cx="3440072" cy="2567034"/>
            <a:chOff x="5365655" y="1188494"/>
            <a:chExt cx="3440072" cy="2567034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5655" y="1188494"/>
              <a:ext cx="3440072" cy="25596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2342" y="3673776"/>
              <a:ext cx="245258" cy="817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62118" y="3685154"/>
              <a:ext cx="248920" cy="63500"/>
            </a:xfrm>
            <a:custGeom>
              <a:avLst/>
              <a:gdLst/>
              <a:ahLst/>
              <a:cxnLst/>
              <a:rect l="l" t="t" r="r" b="b"/>
              <a:pathLst>
                <a:path w="248920" h="63500">
                  <a:moveTo>
                    <a:pt x="218756" y="0"/>
                  </a:moveTo>
                  <a:lnTo>
                    <a:pt x="29567" y="0"/>
                  </a:lnTo>
                  <a:lnTo>
                    <a:pt x="18049" y="2320"/>
                  </a:lnTo>
                  <a:lnTo>
                    <a:pt x="8652" y="8652"/>
                  </a:lnTo>
                  <a:lnTo>
                    <a:pt x="2320" y="18049"/>
                  </a:lnTo>
                  <a:lnTo>
                    <a:pt x="0" y="29567"/>
                  </a:lnTo>
                  <a:lnTo>
                    <a:pt x="0" y="33314"/>
                  </a:lnTo>
                  <a:lnTo>
                    <a:pt x="2320" y="44842"/>
                  </a:lnTo>
                  <a:lnTo>
                    <a:pt x="8652" y="54263"/>
                  </a:lnTo>
                  <a:lnTo>
                    <a:pt x="18049" y="60618"/>
                  </a:lnTo>
                  <a:lnTo>
                    <a:pt x="29567" y="62949"/>
                  </a:lnTo>
                  <a:lnTo>
                    <a:pt x="218756" y="62949"/>
                  </a:lnTo>
                  <a:lnTo>
                    <a:pt x="230274" y="60618"/>
                  </a:lnTo>
                  <a:lnTo>
                    <a:pt x="239671" y="54263"/>
                  </a:lnTo>
                  <a:lnTo>
                    <a:pt x="246003" y="44842"/>
                  </a:lnTo>
                  <a:lnTo>
                    <a:pt x="248323" y="33314"/>
                  </a:lnTo>
                  <a:lnTo>
                    <a:pt x="248323" y="29567"/>
                  </a:lnTo>
                  <a:lnTo>
                    <a:pt x="246003" y="18049"/>
                  </a:lnTo>
                  <a:lnTo>
                    <a:pt x="239671" y="8652"/>
                  </a:lnTo>
                  <a:lnTo>
                    <a:pt x="230274" y="2320"/>
                  </a:lnTo>
                  <a:lnTo>
                    <a:pt x="2187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62118" y="3685154"/>
              <a:ext cx="248920" cy="63500"/>
            </a:xfrm>
            <a:custGeom>
              <a:avLst/>
              <a:gdLst/>
              <a:ahLst/>
              <a:cxnLst/>
              <a:rect l="l" t="t" r="r" b="b"/>
              <a:pathLst>
                <a:path w="248920" h="63500">
                  <a:moveTo>
                    <a:pt x="218756" y="0"/>
                  </a:moveTo>
                  <a:lnTo>
                    <a:pt x="29567" y="0"/>
                  </a:lnTo>
                  <a:lnTo>
                    <a:pt x="18049" y="2320"/>
                  </a:lnTo>
                  <a:lnTo>
                    <a:pt x="8652" y="8652"/>
                  </a:lnTo>
                  <a:lnTo>
                    <a:pt x="2320" y="18049"/>
                  </a:lnTo>
                  <a:lnTo>
                    <a:pt x="0" y="29567"/>
                  </a:lnTo>
                  <a:lnTo>
                    <a:pt x="0" y="33314"/>
                  </a:lnTo>
                  <a:lnTo>
                    <a:pt x="2320" y="44842"/>
                  </a:lnTo>
                  <a:lnTo>
                    <a:pt x="8652" y="54263"/>
                  </a:lnTo>
                  <a:lnTo>
                    <a:pt x="18049" y="60618"/>
                  </a:lnTo>
                  <a:lnTo>
                    <a:pt x="29567" y="62949"/>
                  </a:lnTo>
                  <a:lnTo>
                    <a:pt x="218756" y="62949"/>
                  </a:lnTo>
                  <a:lnTo>
                    <a:pt x="230274" y="60618"/>
                  </a:lnTo>
                  <a:lnTo>
                    <a:pt x="239671" y="54263"/>
                  </a:lnTo>
                  <a:lnTo>
                    <a:pt x="246003" y="44842"/>
                  </a:lnTo>
                  <a:lnTo>
                    <a:pt x="248323" y="33314"/>
                  </a:lnTo>
                  <a:lnTo>
                    <a:pt x="248323" y="29567"/>
                  </a:lnTo>
                  <a:lnTo>
                    <a:pt x="246003" y="18049"/>
                  </a:lnTo>
                  <a:lnTo>
                    <a:pt x="239671" y="8652"/>
                  </a:lnTo>
                  <a:lnTo>
                    <a:pt x="230274" y="2320"/>
                  </a:lnTo>
                  <a:lnTo>
                    <a:pt x="218756" y="0"/>
                  </a:lnTo>
                  <a:close/>
                </a:path>
              </a:pathLst>
            </a:custGeom>
            <a:solidFill>
              <a:srgbClr val="68C5C3">
                <a:alpha val="2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48958" y="3333344"/>
              <a:ext cx="527050" cy="311150"/>
            </a:xfrm>
            <a:custGeom>
              <a:avLst/>
              <a:gdLst/>
              <a:ahLst/>
              <a:cxnLst/>
              <a:rect l="l" t="t" r="r" b="b"/>
              <a:pathLst>
                <a:path w="527050" h="311150">
                  <a:moveTo>
                    <a:pt x="521037" y="0"/>
                  </a:moveTo>
                  <a:lnTo>
                    <a:pt x="22822" y="204"/>
                  </a:lnTo>
                  <a:lnTo>
                    <a:pt x="16827" y="5858"/>
                  </a:lnTo>
                  <a:lnTo>
                    <a:pt x="0" y="305210"/>
                  </a:lnTo>
                  <a:lnTo>
                    <a:pt x="5586" y="310660"/>
                  </a:lnTo>
                  <a:lnTo>
                    <a:pt x="496443" y="310592"/>
                  </a:lnTo>
                  <a:lnTo>
                    <a:pt x="503801" y="310455"/>
                  </a:lnTo>
                  <a:lnTo>
                    <a:pt x="509796" y="304801"/>
                  </a:lnTo>
                  <a:lnTo>
                    <a:pt x="526623" y="5450"/>
                  </a:lnTo>
                  <a:lnTo>
                    <a:pt x="521037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04547" y="3333419"/>
              <a:ext cx="410209" cy="311150"/>
            </a:xfrm>
            <a:custGeom>
              <a:avLst/>
              <a:gdLst/>
              <a:ahLst/>
              <a:cxnLst/>
              <a:rect l="l" t="t" r="r" b="b"/>
              <a:pathLst>
                <a:path w="410209" h="311150">
                  <a:moveTo>
                    <a:pt x="184353" y="0"/>
                  </a:moveTo>
                  <a:lnTo>
                    <a:pt x="88023" y="0"/>
                  </a:lnTo>
                  <a:lnTo>
                    <a:pt x="0" y="310527"/>
                  </a:lnTo>
                  <a:lnTo>
                    <a:pt x="96266" y="310527"/>
                  </a:lnTo>
                  <a:lnTo>
                    <a:pt x="184353" y="0"/>
                  </a:lnTo>
                  <a:close/>
                </a:path>
                <a:path w="410209" h="311150">
                  <a:moveTo>
                    <a:pt x="263169" y="0"/>
                  </a:moveTo>
                  <a:lnTo>
                    <a:pt x="195859" y="0"/>
                  </a:lnTo>
                  <a:lnTo>
                    <a:pt x="107848" y="310527"/>
                  </a:lnTo>
                  <a:lnTo>
                    <a:pt x="175082" y="310527"/>
                  </a:lnTo>
                  <a:lnTo>
                    <a:pt x="263169" y="0"/>
                  </a:lnTo>
                  <a:close/>
                </a:path>
                <a:path w="410209" h="311150">
                  <a:moveTo>
                    <a:pt x="409778" y="0"/>
                  </a:moveTo>
                  <a:lnTo>
                    <a:pt x="342544" y="0"/>
                  </a:lnTo>
                  <a:lnTo>
                    <a:pt x="254457" y="310527"/>
                  </a:lnTo>
                  <a:lnTo>
                    <a:pt x="321767" y="310527"/>
                  </a:lnTo>
                  <a:lnTo>
                    <a:pt x="409778" y="0"/>
                  </a:lnTo>
                  <a:close/>
                </a:path>
              </a:pathLst>
            </a:custGeom>
            <a:solidFill>
              <a:srgbClr val="68C5C3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43663" y="3319106"/>
              <a:ext cx="530225" cy="339725"/>
            </a:xfrm>
            <a:custGeom>
              <a:avLst/>
              <a:gdLst/>
              <a:ahLst/>
              <a:cxnLst/>
              <a:rect l="l" t="t" r="r" b="b"/>
              <a:pathLst>
                <a:path w="530225" h="339725">
                  <a:moveTo>
                    <a:pt x="501893" y="0"/>
                  </a:moveTo>
                  <a:lnTo>
                    <a:pt x="47689" y="0"/>
                  </a:lnTo>
                  <a:lnTo>
                    <a:pt x="35932" y="2388"/>
                  </a:lnTo>
                  <a:lnTo>
                    <a:pt x="26194" y="8686"/>
                  </a:lnTo>
                  <a:lnTo>
                    <a:pt x="19369" y="18049"/>
                  </a:lnTo>
                  <a:lnTo>
                    <a:pt x="16350" y="29635"/>
                  </a:lnTo>
                  <a:lnTo>
                    <a:pt x="0" y="309502"/>
                  </a:lnTo>
                  <a:lnTo>
                    <a:pt x="2297" y="322804"/>
                  </a:lnTo>
                  <a:lnTo>
                    <a:pt x="8379" y="331473"/>
                  </a:lnTo>
                  <a:lnTo>
                    <a:pt x="17272" y="337229"/>
                  </a:lnTo>
                  <a:lnTo>
                    <a:pt x="28068" y="339205"/>
                  </a:lnTo>
                  <a:lnTo>
                    <a:pt x="482204" y="339205"/>
                  </a:lnTo>
                  <a:lnTo>
                    <a:pt x="513475" y="309502"/>
                  </a:lnTo>
                  <a:lnTo>
                    <a:pt x="529825" y="29635"/>
                  </a:lnTo>
                  <a:lnTo>
                    <a:pt x="527578" y="16526"/>
                  </a:lnTo>
                  <a:lnTo>
                    <a:pt x="521539" y="7826"/>
                  </a:lnTo>
                  <a:lnTo>
                    <a:pt x="512677" y="2025"/>
                  </a:lnTo>
                  <a:lnTo>
                    <a:pt x="501893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20840" y="3319106"/>
              <a:ext cx="548640" cy="339725"/>
            </a:xfrm>
            <a:custGeom>
              <a:avLst/>
              <a:gdLst/>
              <a:ahLst/>
              <a:cxnLst/>
              <a:rect l="l" t="t" r="r" b="b"/>
              <a:pathLst>
                <a:path w="548640" h="339725">
                  <a:moveTo>
                    <a:pt x="520219" y="0"/>
                  </a:moveTo>
                  <a:lnTo>
                    <a:pt x="47689" y="0"/>
                  </a:lnTo>
                  <a:lnTo>
                    <a:pt x="35971" y="2388"/>
                  </a:lnTo>
                  <a:lnTo>
                    <a:pt x="26246" y="8686"/>
                  </a:lnTo>
                  <a:lnTo>
                    <a:pt x="19407" y="18049"/>
                  </a:lnTo>
                  <a:lnTo>
                    <a:pt x="16350" y="29635"/>
                  </a:lnTo>
                  <a:lnTo>
                    <a:pt x="0" y="309502"/>
                  </a:lnTo>
                  <a:lnTo>
                    <a:pt x="2248" y="322593"/>
                  </a:lnTo>
                  <a:lnTo>
                    <a:pt x="8294" y="331336"/>
                  </a:lnTo>
                  <a:lnTo>
                    <a:pt x="17176" y="337168"/>
                  </a:lnTo>
                  <a:lnTo>
                    <a:pt x="28000" y="339205"/>
                  </a:lnTo>
                  <a:lnTo>
                    <a:pt x="500394" y="339205"/>
                  </a:lnTo>
                  <a:lnTo>
                    <a:pt x="531733" y="309502"/>
                  </a:lnTo>
                  <a:lnTo>
                    <a:pt x="548083" y="29635"/>
                  </a:lnTo>
                  <a:lnTo>
                    <a:pt x="545847" y="16593"/>
                  </a:lnTo>
                  <a:lnTo>
                    <a:pt x="539831" y="7885"/>
                  </a:lnTo>
                  <a:lnTo>
                    <a:pt x="530993" y="2065"/>
                  </a:lnTo>
                  <a:lnTo>
                    <a:pt x="520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20840" y="3319106"/>
              <a:ext cx="548640" cy="339725"/>
            </a:xfrm>
            <a:custGeom>
              <a:avLst/>
              <a:gdLst/>
              <a:ahLst/>
              <a:cxnLst/>
              <a:rect l="l" t="t" r="r" b="b"/>
              <a:pathLst>
                <a:path w="548640" h="339725">
                  <a:moveTo>
                    <a:pt x="520219" y="0"/>
                  </a:moveTo>
                  <a:lnTo>
                    <a:pt x="47689" y="0"/>
                  </a:lnTo>
                  <a:lnTo>
                    <a:pt x="35971" y="2388"/>
                  </a:lnTo>
                  <a:lnTo>
                    <a:pt x="26246" y="8686"/>
                  </a:lnTo>
                  <a:lnTo>
                    <a:pt x="19407" y="18049"/>
                  </a:lnTo>
                  <a:lnTo>
                    <a:pt x="16350" y="29635"/>
                  </a:lnTo>
                  <a:lnTo>
                    <a:pt x="0" y="309502"/>
                  </a:lnTo>
                  <a:lnTo>
                    <a:pt x="2248" y="322593"/>
                  </a:lnTo>
                  <a:lnTo>
                    <a:pt x="8294" y="331336"/>
                  </a:lnTo>
                  <a:lnTo>
                    <a:pt x="17176" y="337168"/>
                  </a:lnTo>
                  <a:lnTo>
                    <a:pt x="28000" y="339205"/>
                  </a:lnTo>
                  <a:lnTo>
                    <a:pt x="500394" y="339205"/>
                  </a:lnTo>
                  <a:lnTo>
                    <a:pt x="531733" y="309502"/>
                  </a:lnTo>
                  <a:lnTo>
                    <a:pt x="548083" y="29635"/>
                  </a:lnTo>
                  <a:lnTo>
                    <a:pt x="545847" y="16593"/>
                  </a:lnTo>
                  <a:lnTo>
                    <a:pt x="539831" y="7885"/>
                  </a:lnTo>
                  <a:lnTo>
                    <a:pt x="530993" y="2065"/>
                  </a:lnTo>
                  <a:lnTo>
                    <a:pt x="520219" y="0"/>
                  </a:lnTo>
                  <a:close/>
                </a:path>
              </a:pathLst>
            </a:custGeom>
            <a:solidFill>
              <a:srgbClr val="68C5C3">
                <a:alpha val="2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07168" y="3673776"/>
              <a:ext cx="245258" cy="8175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944559" y="3685154"/>
              <a:ext cx="248920" cy="63500"/>
            </a:xfrm>
            <a:custGeom>
              <a:avLst/>
              <a:gdLst/>
              <a:ahLst/>
              <a:cxnLst/>
              <a:rect l="l" t="t" r="r" b="b"/>
              <a:pathLst>
                <a:path w="248920" h="63500">
                  <a:moveTo>
                    <a:pt x="218756" y="0"/>
                  </a:moveTo>
                  <a:lnTo>
                    <a:pt x="29567" y="0"/>
                  </a:lnTo>
                  <a:lnTo>
                    <a:pt x="18049" y="2320"/>
                  </a:lnTo>
                  <a:lnTo>
                    <a:pt x="8652" y="8652"/>
                  </a:lnTo>
                  <a:lnTo>
                    <a:pt x="2320" y="18049"/>
                  </a:lnTo>
                  <a:lnTo>
                    <a:pt x="0" y="29567"/>
                  </a:lnTo>
                  <a:lnTo>
                    <a:pt x="0" y="33314"/>
                  </a:lnTo>
                  <a:lnTo>
                    <a:pt x="2320" y="44842"/>
                  </a:lnTo>
                  <a:lnTo>
                    <a:pt x="8652" y="54263"/>
                  </a:lnTo>
                  <a:lnTo>
                    <a:pt x="18049" y="60618"/>
                  </a:lnTo>
                  <a:lnTo>
                    <a:pt x="29567" y="62949"/>
                  </a:lnTo>
                  <a:lnTo>
                    <a:pt x="218756" y="62949"/>
                  </a:lnTo>
                  <a:lnTo>
                    <a:pt x="230274" y="60618"/>
                  </a:lnTo>
                  <a:lnTo>
                    <a:pt x="239671" y="54263"/>
                  </a:lnTo>
                  <a:lnTo>
                    <a:pt x="246003" y="44842"/>
                  </a:lnTo>
                  <a:lnTo>
                    <a:pt x="248323" y="33314"/>
                  </a:lnTo>
                  <a:lnTo>
                    <a:pt x="248323" y="29567"/>
                  </a:lnTo>
                  <a:lnTo>
                    <a:pt x="246003" y="18049"/>
                  </a:lnTo>
                  <a:lnTo>
                    <a:pt x="239671" y="8652"/>
                  </a:lnTo>
                  <a:lnTo>
                    <a:pt x="230274" y="2320"/>
                  </a:lnTo>
                  <a:lnTo>
                    <a:pt x="2187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44559" y="3685154"/>
              <a:ext cx="248920" cy="63500"/>
            </a:xfrm>
            <a:custGeom>
              <a:avLst/>
              <a:gdLst/>
              <a:ahLst/>
              <a:cxnLst/>
              <a:rect l="l" t="t" r="r" b="b"/>
              <a:pathLst>
                <a:path w="248920" h="63500">
                  <a:moveTo>
                    <a:pt x="218756" y="0"/>
                  </a:moveTo>
                  <a:lnTo>
                    <a:pt x="29567" y="0"/>
                  </a:lnTo>
                  <a:lnTo>
                    <a:pt x="18049" y="2320"/>
                  </a:lnTo>
                  <a:lnTo>
                    <a:pt x="8652" y="8652"/>
                  </a:lnTo>
                  <a:lnTo>
                    <a:pt x="2320" y="18049"/>
                  </a:lnTo>
                  <a:lnTo>
                    <a:pt x="0" y="29567"/>
                  </a:lnTo>
                  <a:lnTo>
                    <a:pt x="0" y="33314"/>
                  </a:lnTo>
                  <a:lnTo>
                    <a:pt x="2320" y="44842"/>
                  </a:lnTo>
                  <a:lnTo>
                    <a:pt x="8652" y="54263"/>
                  </a:lnTo>
                  <a:lnTo>
                    <a:pt x="18049" y="60618"/>
                  </a:lnTo>
                  <a:lnTo>
                    <a:pt x="29567" y="62949"/>
                  </a:lnTo>
                  <a:lnTo>
                    <a:pt x="218756" y="62949"/>
                  </a:lnTo>
                  <a:lnTo>
                    <a:pt x="230274" y="60618"/>
                  </a:lnTo>
                  <a:lnTo>
                    <a:pt x="239671" y="54263"/>
                  </a:lnTo>
                  <a:lnTo>
                    <a:pt x="246003" y="44842"/>
                  </a:lnTo>
                  <a:lnTo>
                    <a:pt x="248323" y="33314"/>
                  </a:lnTo>
                  <a:lnTo>
                    <a:pt x="248323" y="29567"/>
                  </a:lnTo>
                  <a:lnTo>
                    <a:pt x="246003" y="18049"/>
                  </a:lnTo>
                  <a:lnTo>
                    <a:pt x="239671" y="8652"/>
                  </a:lnTo>
                  <a:lnTo>
                    <a:pt x="230274" y="2320"/>
                  </a:lnTo>
                  <a:lnTo>
                    <a:pt x="218756" y="0"/>
                  </a:lnTo>
                  <a:close/>
                </a:path>
              </a:pathLst>
            </a:custGeom>
            <a:solidFill>
              <a:srgbClr val="68C5C3">
                <a:alpha val="2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31400" y="3333344"/>
              <a:ext cx="527050" cy="311150"/>
            </a:xfrm>
            <a:custGeom>
              <a:avLst/>
              <a:gdLst/>
              <a:ahLst/>
              <a:cxnLst/>
              <a:rect l="l" t="t" r="r" b="b"/>
              <a:pathLst>
                <a:path w="527050" h="311150">
                  <a:moveTo>
                    <a:pt x="521037" y="0"/>
                  </a:moveTo>
                  <a:lnTo>
                    <a:pt x="22890" y="204"/>
                  </a:lnTo>
                  <a:lnTo>
                    <a:pt x="16827" y="5858"/>
                  </a:lnTo>
                  <a:lnTo>
                    <a:pt x="0" y="305210"/>
                  </a:lnTo>
                  <a:lnTo>
                    <a:pt x="5518" y="310660"/>
                  </a:lnTo>
                  <a:lnTo>
                    <a:pt x="496511" y="310592"/>
                  </a:lnTo>
                  <a:lnTo>
                    <a:pt x="503801" y="310455"/>
                  </a:lnTo>
                  <a:lnTo>
                    <a:pt x="509728" y="304801"/>
                  </a:lnTo>
                  <a:lnTo>
                    <a:pt x="526555" y="5450"/>
                  </a:lnTo>
                  <a:lnTo>
                    <a:pt x="521037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87057" y="3333419"/>
              <a:ext cx="410209" cy="311150"/>
            </a:xfrm>
            <a:custGeom>
              <a:avLst/>
              <a:gdLst/>
              <a:ahLst/>
              <a:cxnLst/>
              <a:rect l="l" t="t" r="r" b="b"/>
              <a:pathLst>
                <a:path w="410209" h="311150">
                  <a:moveTo>
                    <a:pt x="184277" y="0"/>
                  </a:moveTo>
                  <a:lnTo>
                    <a:pt x="88087" y="0"/>
                  </a:lnTo>
                  <a:lnTo>
                    <a:pt x="0" y="310527"/>
                  </a:lnTo>
                  <a:lnTo>
                    <a:pt x="96266" y="310527"/>
                  </a:lnTo>
                  <a:lnTo>
                    <a:pt x="184277" y="0"/>
                  </a:lnTo>
                  <a:close/>
                </a:path>
                <a:path w="410209" h="311150">
                  <a:moveTo>
                    <a:pt x="263169" y="0"/>
                  </a:moveTo>
                  <a:lnTo>
                    <a:pt x="195859" y="0"/>
                  </a:lnTo>
                  <a:lnTo>
                    <a:pt x="107848" y="310527"/>
                  </a:lnTo>
                  <a:lnTo>
                    <a:pt x="175018" y="310527"/>
                  </a:lnTo>
                  <a:lnTo>
                    <a:pt x="263169" y="0"/>
                  </a:lnTo>
                  <a:close/>
                </a:path>
                <a:path w="410209" h="311150">
                  <a:moveTo>
                    <a:pt x="409854" y="0"/>
                  </a:moveTo>
                  <a:lnTo>
                    <a:pt x="342544" y="0"/>
                  </a:lnTo>
                  <a:lnTo>
                    <a:pt x="254520" y="310527"/>
                  </a:lnTo>
                  <a:lnTo>
                    <a:pt x="321691" y="310527"/>
                  </a:lnTo>
                  <a:lnTo>
                    <a:pt x="409854" y="0"/>
                  </a:lnTo>
                  <a:close/>
                </a:path>
              </a:pathLst>
            </a:custGeom>
            <a:solidFill>
              <a:srgbClr val="68C5C3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26309" y="3319106"/>
              <a:ext cx="530225" cy="339725"/>
            </a:xfrm>
            <a:custGeom>
              <a:avLst/>
              <a:gdLst/>
              <a:ahLst/>
              <a:cxnLst/>
              <a:rect l="l" t="t" r="r" b="b"/>
              <a:pathLst>
                <a:path w="530225" h="339725">
                  <a:moveTo>
                    <a:pt x="501825" y="0"/>
                  </a:moveTo>
                  <a:lnTo>
                    <a:pt x="47620" y="0"/>
                  </a:lnTo>
                  <a:lnTo>
                    <a:pt x="35904" y="2388"/>
                  </a:lnTo>
                  <a:lnTo>
                    <a:pt x="26186" y="8686"/>
                  </a:lnTo>
                  <a:lnTo>
                    <a:pt x="19368" y="18049"/>
                  </a:lnTo>
                  <a:lnTo>
                    <a:pt x="16350" y="29635"/>
                  </a:lnTo>
                  <a:lnTo>
                    <a:pt x="0" y="309502"/>
                  </a:lnTo>
                  <a:lnTo>
                    <a:pt x="2208" y="322439"/>
                  </a:lnTo>
                  <a:lnTo>
                    <a:pt x="8234" y="331234"/>
                  </a:lnTo>
                  <a:lnTo>
                    <a:pt x="17109" y="337117"/>
                  </a:lnTo>
                  <a:lnTo>
                    <a:pt x="27932" y="339205"/>
                  </a:lnTo>
                  <a:lnTo>
                    <a:pt x="482068" y="339205"/>
                  </a:lnTo>
                  <a:lnTo>
                    <a:pt x="513475" y="309502"/>
                  </a:lnTo>
                  <a:lnTo>
                    <a:pt x="529825" y="29635"/>
                  </a:lnTo>
                  <a:lnTo>
                    <a:pt x="527577" y="16650"/>
                  </a:lnTo>
                  <a:lnTo>
                    <a:pt x="521531" y="7919"/>
                  </a:lnTo>
                  <a:lnTo>
                    <a:pt x="512649" y="2075"/>
                  </a:lnTo>
                  <a:lnTo>
                    <a:pt x="501825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03418" y="3319106"/>
              <a:ext cx="548640" cy="339725"/>
            </a:xfrm>
            <a:custGeom>
              <a:avLst/>
              <a:gdLst/>
              <a:ahLst/>
              <a:cxnLst/>
              <a:rect l="l" t="t" r="r" b="b"/>
              <a:pathLst>
                <a:path w="548640" h="339725">
                  <a:moveTo>
                    <a:pt x="520083" y="0"/>
                  </a:moveTo>
                  <a:lnTo>
                    <a:pt x="47620" y="0"/>
                  </a:lnTo>
                  <a:lnTo>
                    <a:pt x="35904" y="2388"/>
                  </a:lnTo>
                  <a:lnTo>
                    <a:pt x="26186" y="8686"/>
                  </a:lnTo>
                  <a:lnTo>
                    <a:pt x="19368" y="18049"/>
                  </a:lnTo>
                  <a:lnTo>
                    <a:pt x="16350" y="29635"/>
                  </a:lnTo>
                  <a:lnTo>
                    <a:pt x="0" y="309502"/>
                  </a:lnTo>
                  <a:lnTo>
                    <a:pt x="2207" y="322621"/>
                  </a:lnTo>
                  <a:lnTo>
                    <a:pt x="8226" y="331345"/>
                  </a:lnTo>
                  <a:lnTo>
                    <a:pt x="17080" y="337169"/>
                  </a:lnTo>
                  <a:lnTo>
                    <a:pt x="27864" y="339205"/>
                  </a:lnTo>
                  <a:lnTo>
                    <a:pt x="500394" y="339205"/>
                  </a:lnTo>
                  <a:lnTo>
                    <a:pt x="531665" y="309502"/>
                  </a:lnTo>
                  <a:lnTo>
                    <a:pt x="548015" y="29635"/>
                  </a:lnTo>
                  <a:lnTo>
                    <a:pt x="545806" y="16650"/>
                  </a:lnTo>
                  <a:lnTo>
                    <a:pt x="539780" y="7919"/>
                  </a:lnTo>
                  <a:lnTo>
                    <a:pt x="530906" y="2075"/>
                  </a:lnTo>
                  <a:lnTo>
                    <a:pt x="520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03418" y="3319106"/>
              <a:ext cx="548640" cy="339725"/>
            </a:xfrm>
            <a:custGeom>
              <a:avLst/>
              <a:gdLst/>
              <a:ahLst/>
              <a:cxnLst/>
              <a:rect l="l" t="t" r="r" b="b"/>
              <a:pathLst>
                <a:path w="548640" h="339725">
                  <a:moveTo>
                    <a:pt x="520083" y="0"/>
                  </a:moveTo>
                  <a:lnTo>
                    <a:pt x="47620" y="0"/>
                  </a:lnTo>
                  <a:lnTo>
                    <a:pt x="35904" y="2388"/>
                  </a:lnTo>
                  <a:lnTo>
                    <a:pt x="26186" y="8686"/>
                  </a:lnTo>
                  <a:lnTo>
                    <a:pt x="19368" y="18049"/>
                  </a:lnTo>
                  <a:lnTo>
                    <a:pt x="16350" y="29635"/>
                  </a:lnTo>
                  <a:lnTo>
                    <a:pt x="0" y="309502"/>
                  </a:lnTo>
                  <a:lnTo>
                    <a:pt x="2207" y="322621"/>
                  </a:lnTo>
                  <a:lnTo>
                    <a:pt x="8226" y="331345"/>
                  </a:lnTo>
                  <a:lnTo>
                    <a:pt x="17080" y="337169"/>
                  </a:lnTo>
                  <a:lnTo>
                    <a:pt x="27864" y="339205"/>
                  </a:lnTo>
                  <a:lnTo>
                    <a:pt x="500394" y="339205"/>
                  </a:lnTo>
                  <a:lnTo>
                    <a:pt x="531665" y="309502"/>
                  </a:lnTo>
                  <a:lnTo>
                    <a:pt x="548015" y="29635"/>
                  </a:lnTo>
                  <a:lnTo>
                    <a:pt x="545806" y="16650"/>
                  </a:lnTo>
                  <a:lnTo>
                    <a:pt x="539780" y="7919"/>
                  </a:lnTo>
                  <a:lnTo>
                    <a:pt x="530906" y="2075"/>
                  </a:lnTo>
                  <a:lnTo>
                    <a:pt x="520083" y="0"/>
                  </a:lnTo>
                  <a:close/>
                </a:path>
              </a:pathLst>
            </a:custGeom>
            <a:solidFill>
              <a:srgbClr val="68C5C3">
                <a:alpha val="2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91994" y="3673776"/>
              <a:ext cx="245258" cy="8175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727069" y="3685154"/>
              <a:ext cx="248920" cy="63500"/>
            </a:xfrm>
            <a:custGeom>
              <a:avLst/>
              <a:gdLst/>
              <a:ahLst/>
              <a:cxnLst/>
              <a:rect l="l" t="t" r="r" b="b"/>
              <a:pathLst>
                <a:path w="248920" h="63500">
                  <a:moveTo>
                    <a:pt x="218756" y="0"/>
                  </a:moveTo>
                  <a:lnTo>
                    <a:pt x="29635" y="0"/>
                  </a:lnTo>
                  <a:lnTo>
                    <a:pt x="18106" y="2320"/>
                  </a:lnTo>
                  <a:lnTo>
                    <a:pt x="8686" y="8652"/>
                  </a:lnTo>
                  <a:lnTo>
                    <a:pt x="2331" y="18049"/>
                  </a:lnTo>
                  <a:lnTo>
                    <a:pt x="0" y="29567"/>
                  </a:lnTo>
                  <a:lnTo>
                    <a:pt x="0" y="33314"/>
                  </a:lnTo>
                  <a:lnTo>
                    <a:pt x="2331" y="44842"/>
                  </a:lnTo>
                  <a:lnTo>
                    <a:pt x="8686" y="54263"/>
                  </a:lnTo>
                  <a:lnTo>
                    <a:pt x="18106" y="60618"/>
                  </a:lnTo>
                  <a:lnTo>
                    <a:pt x="29635" y="62949"/>
                  </a:lnTo>
                  <a:lnTo>
                    <a:pt x="218756" y="62949"/>
                  </a:lnTo>
                  <a:lnTo>
                    <a:pt x="230285" y="60618"/>
                  </a:lnTo>
                  <a:lnTo>
                    <a:pt x="239705" y="54263"/>
                  </a:lnTo>
                  <a:lnTo>
                    <a:pt x="246060" y="44842"/>
                  </a:lnTo>
                  <a:lnTo>
                    <a:pt x="248392" y="33314"/>
                  </a:lnTo>
                  <a:lnTo>
                    <a:pt x="248392" y="29567"/>
                  </a:lnTo>
                  <a:lnTo>
                    <a:pt x="246060" y="18049"/>
                  </a:lnTo>
                  <a:lnTo>
                    <a:pt x="239705" y="8652"/>
                  </a:lnTo>
                  <a:lnTo>
                    <a:pt x="230285" y="2320"/>
                  </a:lnTo>
                  <a:lnTo>
                    <a:pt x="2187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27069" y="3685154"/>
              <a:ext cx="248920" cy="63500"/>
            </a:xfrm>
            <a:custGeom>
              <a:avLst/>
              <a:gdLst/>
              <a:ahLst/>
              <a:cxnLst/>
              <a:rect l="l" t="t" r="r" b="b"/>
              <a:pathLst>
                <a:path w="248920" h="63500">
                  <a:moveTo>
                    <a:pt x="218756" y="0"/>
                  </a:moveTo>
                  <a:lnTo>
                    <a:pt x="29635" y="0"/>
                  </a:lnTo>
                  <a:lnTo>
                    <a:pt x="18106" y="2320"/>
                  </a:lnTo>
                  <a:lnTo>
                    <a:pt x="8686" y="8652"/>
                  </a:lnTo>
                  <a:lnTo>
                    <a:pt x="2331" y="18049"/>
                  </a:lnTo>
                  <a:lnTo>
                    <a:pt x="0" y="29567"/>
                  </a:lnTo>
                  <a:lnTo>
                    <a:pt x="0" y="33314"/>
                  </a:lnTo>
                  <a:lnTo>
                    <a:pt x="2331" y="44842"/>
                  </a:lnTo>
                  <a:lnTo>
                    <a:pt x="8686" y="54263"/>
                  </a:lnTo>
                  <a:lnTo>
                    <a:pt x="18106" y="60618"/>
                  </a:lnTo>
                  <a:lnTo>
                    <a:pt x="29635" y="62949"/>
                  </a:lnTo>
                  <a:lnTo>
                    <a:pt x="218756" y="62949"/>
                  </a:lnTo>
                  <a:lnTo>
                    <a:pt x="230285" y="60618"/>
                  </a:lnTo>
                  <a:lnTo>
                    <a:pt x="239705" y="54263"/>
                  </a:lnTo>
                  <a:lnTo>
                    <a:pt x="246060" y="44842"/>
                  </a:lnTo>
                  <a:lnTo>
                    <a:pt x="248392" y="33314"/>
                  </a:lnTo>
                  <a:lnTo>
                    <a:pt x="248392" y="29567"/>
                  </a:lnTo>
                  <a:lnTo>
                    <a:pt x="246060" y="18049"/>
                  </a:lnTo>
                  <a:lnTo>
                    <a:pt x="239705" y="8652"/>
                  </a:lnTo>
                  <a:lnTo>
                    <a:pt x="230285" y="2320"/>
                  </a:lnTo>
                  <a:lnTo>
                    <a:pt x="218756" y="0"/>
                  </a:lnTo>
                  <a:close/>
                </a:path>
              </a:pathLst>
            </a:custGeom>
            <a:solidFill>
              <a:srgbClr val="68C5C3">
                <a:alpha val="2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13978" y="3333344"/>
              <a:ext cx="527050" cy="311150"/>
            </a:xfrm>
            <a:custGeom>
              <a:avLst/>
              <a:gdLst/>
              <a:ahLst/>
              <a:cxnLst/>
              <a:rect l="l" t="t" r="r" b="b"/>
              <a:pathLst>
                <a:path w="527050" h="311150">
                  <a:moveTo>
                    <a:pt x="520901" y="0"/>
                  </a:moveTo>
                  <a:lnTo>
                    <a:pt x="22822" y="136"/>
                  </a:lnTo>
                  <a:lnTo>
                    <a:pt x="16759" y="5858"/>
                  </a:lnTo>
                  <a:lnTo>
                    <a:pt x="0" y="305210"/>
                  </a:lnTo>
                  <a:lnTo>
                    <a:pt x="5518" y="310660"/>
                  </a:lnTo>
                  <a:lnTo>
                    <a:pt x="496852" y="310592"/>
                  </a:lnTo>
                  <a:lnTo>
                    <a:pt x="503937" y="310251"/>
                  </a:lnTo>
                  <a:lnTo>
                    <a:pt x="509660" y="304597"/>
                  </a:lnTo>
                  <a:lnTo>
                    <a:pt x="526487" y="5313"/>
                  </a:lnTo>
                  <a:lnTo>
                    <a:pt x="520901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69492" y="3333419"/>
              <a:ext cx="410209" cy="311150"/>
            </a:xfrm>
            <a:custGeom>
              <a:avLst/>
              <a:gdLst/>
              <a:ahLst/>
              <a:cxnLst/>
              <a:rect l="l" t="t" r="r" b="b"/>
              <a:pathLst>
                <a:path w="410209" h="311150">
                  <a:moveTo>
                    <a:pt x="184353" y="0"/>
                  </a:moveTo>
                  <a:lnTo>
                    <a:pt x="88087" y="0"/>
                  </a:lnTo>
                  <a:lnTo>
                    <a:pt x="0" y="310527"/>
                  </a:lnTo>
                  <a:lnTo>
                    <a:pt x="96342" y="310527"/>
                  </a:lnTo>
                  <a:lnTo>
                    <a:pt x="184353" y="0"/>
                  </a:lnTo>
                  <a:close/>
                </a:path>
                <a:path w="410209" h="311150">
                  <a:moveTo>
                    <a:pt x="263182" y="0"/>
                  </a:moveTo>
                  <a:lnTo>
                    <a:pt x="196011" y="0"/>
                  </a:lnTo>
                  <a:lnTo>
                    <a:pt x="107848" y="310527"/>
                  </a:lnTo>
                  <a:lnTo>
                    <a:pt x="175158" y="310527"/>
                  </a:lnTo>
                  <a:lnTo>
                    <a:pt x="263182" y="0"/>
                  </a:lnTo>
                  <a:close/>
                </a:path>
                <a:path w="410209" h="311150">
                  <a:moveTo>
                    <a:pt x="409854" y="0"/>
                  </a:moveTo>
                  <a:lnTo>
                    <a:pt x="342684" y="0"/>
                  </a:lnTo>
                  <a:lnTo>
                    <a:pt x="254533" y="310527"/>
                  </a:lnTo>
                  <a:lnTo>
                    <a:pt x="321843" y="310527"/>
                  </a:lnTo>
                  <a:lnTo>
                    <a:pt x="409854" y="0"/>
                  </a:lnTo>
                  <a:close/>
                </a:path>
              </a:pathLst>
            </a:custGeom>
            <a:solidFill>
              <a:srgbClr val="68C5C3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82436" y="1554682"/>
              <a:ext cx="2494915" cy="1709420"/>
            </a:xfrm>
            <a:custGeom>
              <a:avLst/>
              <a:gdLst/>
              <a:ahLst/>
              <a:cxnLst/>
              <a:rect l="l" t="t" r="r" b="b"/>
              <a:pathLst>
                <a:path w="2494915" h="1709420">
                  <a:moveTo>
                    <a:pt x="231330" y="1672323"/>
                  </a:moveTo>
                  <a:lnTo>
                    <a:pt x="229489" y="1670481"/>
                  </a:lnTo>
                  <a:lnTo>
                    <a:pt x="224917" y="1670481"/>
                  </a:lnTo>
                  <a:lnTo>
                    <a:pt x="223151" y="1672323"/>
                  </a:lnTo>
                  <a:lnTo>
                    <a:pt x="223151" y="1674571"/>
                  </a:lnTo>
                  <a:lnTo>
                    <a:pt x="223151" y="1676882"/>
                  </a:lnTo>
                  <a:lnTo>
                    <a:pt x="224917" y="1678660"/>
                  </a:lnTo>
                  <a:lnTo>
                    <a:pt x="229489" y="1678660"/>
                  </a:lnTo>
                  <a:lnTo>
                    <a:pt x="231330" y="1676882"/>
                  </a:lnTo>
                  <a:lnTo>
                    <a:pt x="231330" y="1672323"/>
                  </a:lnTo>
                  <a:close/>
                </a:path>
                <a:path w="2494915" h="1709420">
                  <a:moveTo>
                    <a:pt x="231394" y="1703870"/>
                  </a:moveTo>
                  <a:lnTo>
                    <a:pt x="227584" y="1700530"/>
                  </a:lnTo>
                  <a:lnTo>
                    <a:pt x="225806" y="1700872"/>
                  </a:lnTo>
                  <a:lnTo>
                    <a:pt x="224586" y="1701952"/>
                  </a:lnTo>
                  <a:lnTo>
                    <a:pt x="223837" y="1702777"/>
                  </a:lnTo>
                  <a:lnTo>
                    <a:pt x="223418" y="1703870"/>
                  </a:lnTo>
                  <a:lnTo>
                    <a:pt x="223418" y="1704949"/>
                  </a:lnTo>
                  <a:lnTo>
                    <a:pt x="223354" y="1705432"/>
                  </a:lnTo>
                  <a:lnTo>
                    <a:pt x="223354" y="1705978"/>
                  </a:lnTo>
                  <a:lnTo>
                    <a:pt x="223418" y="1706448"/>
                  </a:lnTo>
                  <a:lnTo>
                    <a:pt x="226148" y="1708772"/>
                  </a:lnTo>
                  <a:lnTo>
                    <a:pt x="226695" y="1708772"/>
                  </a:lnTo>
                  <a:lnTo>
                    <a:pt x="227241" y="1708696"/>
                  </a:lnTo>
                  <a:lnTo>
                    <a:pt x="227507" y="1709039"/>
                  </a:lnTo>
                  <a:lnTo>
                    <a:pt x="231394" y="1705978"/>
                  </a:lnTo>
                  <a:lnTo>
                    <a:pt x="231394" y="1705432"/>
                  </a:lnTo>
                  <a:lnTo>
                    <a:pt x="231330" y="1704949"/>
                  </a:lnTo>
                  <a:lnTo>
                    <a:pt x="231394" y="1704403"/>
                  </a:lnTo>
                  <a:lnTo>
                    <a:pt x="231394" y="1703870"/>
                  </a:lnTo>
                  <a:close/>
                </a:path>
                <a:path w="2494915" h="1709420">
                  <a:moveTo>
                    <a:pt x="231394" y="1643634"/>
                  </a:moveTo>
                  <a:lnTo>
                    <a:pt x="231330" y="1643100"/>
                  </a:lnTo>
                  <a:lnTo>
                    <a:pt x="231127" y="1642618"/>
                  </a:lnTo>
                  <a:lnTo>
                    <a:pt x="230847" y="1642135"/>
                  </a:lnTo>
                  <a:lnTo>
                    <a:pt x="230378" y="1641805"/>
                  </a:lnTo>
                  <a:lnTo>
                    <a:pt x="230035" y="1641386"/>
                  </a:lnTo>
                  <a:lnTo>
                    <a:pt x="229628" y="1641119"/>
                  </a:lnTo>
                  <a:lnTo>
                    <a:pt x="229082" y="1640916"/>
                  </a:lnTo>
                  <a:lnTo>
                    <a:pt x="227584" y="1640306"/>
                  </a:lnTo>
                  <a:lnTo>
                    <a:pt x="225806" y="1640636"/>
                  </a:lnTo>
                  <a:lnTo>
                    <a:pt x="224586" y="1641805"/>
                  </a:lnTo>
                  <a:lnTo>
                    <a:pt x="223837" y="1642618"/>
                  </a:lnTo>
                  <a:lnTo>
                    <a:pt x="223418" y="1643634"/>
                  </a:lnTo>
                  <a:lnTo>
                    <a:pt x="223418" y="1644662"/>
                  </a:lnTo>
                  <a:lnTo>
                    <a:pt x="223354" y="1645208"/>
                  </a:lnTo>
                  <a:lnTo>
                    <a:pt x="223354" y="1645754"/>
                  </a:lnTo>
                  <a:lnTo>
                    <a:pt x="223418" y="1646224"/>
                  </a:lnTo>
                  <a:lnTo>
                    <a:pt x="223634" y="1646707"/>
                  </a:lnTo>
                  <a:lnTo>
                    <a:pt x="223901" y="1647177"/>
                  </a:lnTo>
                  <a:lnTo>
                    <a:pt x="225056" y="1648345"/>
                  </a:lnTo>
                  <a:lnTo>
                    <a:pt x="226085" y="1648752"/>
                  </a:lnTo>
                  <a:lnTo>
                    <a:pt x="227241" y="1648752"/>
                  </a:lnTo>
                  <a:lnTo>
                    <a:pt x="227850" y="1648815"/>
                  </a:lnTo>
                  <a:lnTo>
                    <a:pt x="228536" y="1648752"/>
                  </a:lnTo>
                  <a:lnTo>
                    <a:pt x="229082" y="1648409"/>
                  </a:lnTo>
                  <a:lnTo>
                    <a:pt x="230098" y="1648002"/>
                  </a:lnTo>
                  <a:lnTo>
                    <a:pt x="230847" y="1647177"/>
                  </a:lnTo>
                  <a:lnTo>
                    <a:pt x="231330" y="1646224"/>
                  </a:lnTo>
                  <a:lnTo>
                    <a:pt x="231394" y="1645754"/>
                  </a:lnTo>
                  <a:lnTo>
                    <a:pt x="231394" y="1645208"/>
                  </a:lnTo>
                  <a:lnTo>
                    <a:pt x="231330" y="1644662"/>
                  </a:lnTo>
                  <a:lnTo>
                    <a:pt x="231394" y="1644180"/>
                  </a:lnTo>
                  <a:lnTo>
                    <a:pt x="231394" y="1643634"/>
                  </a:lnTo>
                  <a:close/>
                </a:path>
                <a:path w="2494915" h="1709420">
                  <a:moveTo>
                    <a:pt x="266547" y="1642681"/>
                  </a:moveTo>
                  <a:lnTo>
                    <a:pt x="264706" y="1640852"/>
                  </a:lnTo>
                  <a:lnTo>
                    <a:pt x="260210" y="1640852"/>
                  </a:lnTo>
                  <a:lnTo>
                    <a:pt x="258368" y="1642681"/>
                  </a:lnTo>
                  <a:lnTo>
                    <a:pt x="258368" y="1644929"/>
                  </a:lnTo>
                  <a:lnTo>
                    <a:pt x="255917" y="1644929"/>
                  </a:lnTo>
                  <a:lnTo>
                    <a:pt x="255651" y="1646161"/>
                  </a:lnTo>
                  <a:lnTo>
                    <a:pt x="255879" y="1647177"/>
                  </a:lnTo>
                  <a:lnTo>
                    <a:pt x="255917" y="1647380"/>
                  </a:lnTo>
                  <a:lnTo>
                    <a:pt x="258102" y="1650111"/>
                  </a:lnTo>
                  <a:lnTo>
                    <a:pt x="260692" y="1650390"/>
                  </a:lnTo>
                  <a:lnTo>
                    <a:pt x="262458" y="1649018"/>
                  </a:lnTo>
                  <a:lnTo>
                    <a:pt x="264706" y="1649018"/>
                  </a:lnTo>
                  <a:lnTo>
                    <a:pt x="266547" y="1647177"/>
                  </a:lnTo>
                  <a:lnTo>
                    <a:pt x="266547" y="1642681"/>
                  </a:lnTo>
                  <a:close/>
                </a:path>
                <a:path w="2494915" h="1709420">
                  <a:moveTo>
                    <a:pt x="299186" y="1642681"/>
                  </a:moveTo>
                  <a:lnTo>
                    <a:pt x="297345" y="1640852"/>
                  </a:lnTo>
                  <a:lnTo>
                    <a:pt x="292849" y="1640852"/>
                  </a:lnTo>
                  <a:lnTo>
                    <a:pt x="291071" y="1642681"/>
                  </a:lnTo>
                  <a:lnTo>
                    <a:pt x="291071" y="1644929"/>
                  </a:lnTo>
                  <a:lnTo>
                    <a:pt x="288759" y="1644929"/>
                  </a:lnTo>
                  <a:lnTo>
                    <a:pt x="288480" y="1646097"/>
                  </a:lnTo>
                  <a:lnTo>
                    <a:pt x="288759" y="1647253"/>
                  </a:lnTo>
                  <a:lnTo>
                    <a:pt x="289445" y="1648206"/>
                  </a:lnTo>
                  <a:lnTo>
                    <a:pt x="290804" y="1649971"/>
                  </a:lnTo>
                  <a:lnTo>
                    <a:pt x="293319" y="1650314"/>
                  </a:lnTo>
                  <a:lnTo>
                    <a:pt x="295097" y="1649018"/>
                  </a:lnTo>
                  <a:lnTo>
                    <a:pt x="297345" y="1649018"/>
                  </a:lnTo>
                  <a:lnTo>
                    <a:pt x="299110" y="1647253"/>
                  </a:lnTo>
                  <a:lnTo>
                    <a:pt x="299186" y="1642681"/>
                  </a:lnTo>
                  <a:close/>
                </a:path>
                <a:path w="2494915" h="1709420">
                  <a:moveTo>
                    <a:pt x="331952" y="1647177"/>
                  </a:moveTo>
                  <a:lnTo>
                    <a:pt x="331876" y="1642681"/>
                  </a:lnTo>
                  <a:lnTo>
                    <a:pt x="330111" y="1640852"/>
                  </a:lnTo>
                  <a:lnTo>
                    <a:pt x="325615" y="1640852"/>
                  </a:lnTo>
                  <a:lnTo>
                    <a:pt x="323773" y="1642681"/>
                  </a:lnTo>
                  <a:lnTo>
                    <a:pt x="323773" y="1644929"/>
                  </a:lnTo>
                  <a:lnTo>
                    <a:pt x="321525" y="1644929"/>
                  </a:lnTo>
                  <a:lnTo>
                    <a:pt x="321386" y="1645958"/>
                  </a:lnTo>
                  <a:lnTo>
                    <a:pt x="321589" y="1646974"/>
                  </a:lnTo>
                  <a:lnTo>
                    <a:pt x="322211" y="1647863"/>
                  </a:lnTo>
                  <a:lnTo>
                    <a:pt x="323430" y="1649768"/>
                  </a:lnTo>
                  <a:lnTo>
                    <a:pt x="325958" y="1650250"/>
                  </a:lnTo>
                  <a:lnTo>
                    <a:pt x="327863" y="1649018"/>
                  </a:lnTo>
                  <a:lnTo>
                    <a:pt x="330111" y="1649018"/>
                  </a:lnTo>
                  <a:lnTo>
                    <a:pt x="331952" y="1647177"/>
                  </a:lnTo>
                  <a:close/>
                </a:path>
                <a:path w="2494915" h="1709420">
                  <a:moveTo>
                    <a:pt x="364655" y="1642681"/>
                  </a:moveTo>
                  <a:lnTo>
                    <a:pt x="362813" y="1640852"/>
                  </a:lnTo>
                  <a:lnTo>
                    <a:pt x="358317" y="1640852"/>
                  </a:lnTo>
                  <a:lnTo>
                    <a:pt x="356476" y="1642681"/>
                  </a:lnTo>
                  <a:lnTo>
                    <a:pt x="356476" y="1644929"/>
                  </a:lnTo>
                  <a:lnTo>
                    <a:pt x="354368" y="1644929"/>
                  </a:lnTo>
                  <a:lnTo>
                    <a:pt x="354164" y="1645881"/>
                  </a:lnTo>
                  <a:lnTo>
                    <a:pt x="354368" y="1646910"/>
                  </a:lnTo>
                  <a:lnTo>
                    <a:pt x="356133" y="1649641"/>
                  </a:lnTo>
                  <a:lnTo>
                    <a:pt x="358660" y="1650174"/>
                  </a:lnTo>
                  <a:lnTo>
                    <a:pt x="360565" y="1649018"/>
                  </a:lnTo>
                  <a:lnTo>
                    <a:pt x="362813" y="1649018"/>
                  </a:lnTo>
                  <a:lnTo>
                    <a:pt x="364655" y="1647177"/>
                  </a:lnTo>
                  <a:lnTo>
                    <a:pt x="364655" y="1642681"/>
                  </a:lnTo>
                  <a:close/>
                </a:path>
                <a:path w="2494915" h="1709420">
                  <a:moveTo>
                    <a:pt x="397357" y="1642681"/>
                  </a:moveTo>
                  <a:lnTo>
                    <a:pt x="395516" y="1640852"/>
                  </a:lnTo>
                  <a:lnTo>
                    <a:pt x="391020" y="1640852"/>
                  </a:lnTo>
                  <a:lnTo>
                    <a:pt x="389178" y="1642681"/>
                  </a:lnTo>
                  <a:lnTo>
                    <a:pt x="389178" y="1644929"/>
                  </a:lnTo>
                  <a:lnTo>
                    <a:pt x="387134" y="1644929"/>
                  </a:lnTo>
                  <a:lnTo>
                    <a:pt x="386994" y="1645818"/>
                  </a:lnTo>
                  <a:lnTo>
                    <a:pt x="387197" y="1646770"/>
                  </a:lnTo>
                  <a:lnTo>
                    <a:pt x="388835" y="1649501"/>
                  </a:lnTo>
                  <a:lnTo>
                    <a:pt x="391287" y="1650174"/>
                  </a:lnTo>
                  <a:lnTo>
                    <a:pt x="393268" y="1649018"/>
                  </a:lnTo>
                  <a:lnTo>
                    <a:pt x="395516" y="1649018"/>
                  </a:lnTo>
                  <a:lnTo>
                    <a:pt x="397357" y="1647177"/>
                  </a:lnTo>
                  <a:lnTo>
                    <a:pt x="397357" y="1642681"/>
                  </a:lnTo>
                  <a:close/>
                </a:path>
                <a:path w="2494915" h="1709420">
                  <a:moveTo>
                    <a:pt x="430060" y="1647177"/>
                  </a:moveTo>
                  <a:lnTo>
                    <a:pt x="429983" y="1642681"/>
                  </a:lnTo>
                  <a:lnTo>
                    <a:pt x="428218" y="1640852"/>
                  </a:lnTo>
                  <a:lnTo>
                    <a:pt x="423722" y="1640852"/>
                  </a:lnTo>
                  <a:lnTo>
                    <a:pt x="421881" y="1642681"/>
                  </a:lnTo>
                  <a:lnTo>
                    <a:pt x="421881" y="1644929"/>
                  </a:lnTo>
                  <a:lnTo>
                    <a:pt x="419976" y="1644929"/>
                  </a:lnTo>
                  <a:lnTo>
                    <a:pt x="420039" y="1646567"/>
                  </a:lnTo>
                  <a:lnTo>
                    <a:pt x="421474" y="1649298"/>
                  </a:lnTo>
                  <a:lnTo>
                    <a:pt x="423989" y="1650047"/>
                  </a:lnTo>
                  <a:lnTo>
                    <a:pt x="425970" y="1649018"/>
                  </a:lnTo>
                  <a:lnTo>
                    <a:pt x="428218" y="1649018"/>
                  </a:lnTo>
                  <a:lnTo>
                    <a:pt x="430060" y="1647177"/>
                  </a:lnTo>
                  <a:close/>
                </a:path>
                <a:path w="2494915" h="1709420">
                  <a:moveTo>
                    <a:pt x="462749" y="1642681"/>
                  </a:moveTo>
                  <a:lnTo>
                    <a:pt x="460921" y="1640852"/>
                  </a:lnTo>
                  <a:lnTo>
                    <a:pt x="456425" y="1640852"/>
                  </a:lnTo>
                  <a:lnTo>
                    <a:pt x="454583" y="1642681"/>
                  </a:lnTo>
                  <a:lnTo>
                    <a:pt x="454583" y="1644929"/>
                  </a:lnTo>
                  <a:lnTo>
                    <a:pt x="452742" y="1644929"/>
                  </a:lnTo>
                  <a:lnTo>
                    <a:pt x="452805" y="1646504"/>
                  </a:lnTo>
                  <a:lnTo>
                    <a:pt x="454101" y="1649018"/>
                  </a:lnTo>
                  <a:lnTo>
                    <a:pt x="454177" y="1649158"/>
                  </a:lnTo>
                  <a:lnTo>
                    <a:pt x="456628" y="1650047"/>
                  </a:lnTo>
                  <a:lnTo>
                    <a:pt x="458673" y="1649018"/>
                  </a:lnTo>
                  <a:lnTo>
                    <a:pt x="460921" y="1649018"/>
                  </a:lnTo>
                  <a:lnTo>
                    <a:pt x="462749" y="1647177"/>
                  </a:lnTo>
                  <a:lnTo>
                    <a:pt x="462749" y="1642681"/>
                  </a:lnTo>
                  <a:close/>
                </a:path>
                <a:path w="2494915" h="1709420">
                  <a:moveTo>
                    <a:pt x="495528" y="1647177"/>
                  </a:moveTo>
                  <a:lnTo>
                    <a:pt x="495452" y="1642681"/>
                  </a:lnTo>
                  <a:lnTo>
                    <a:pt x="493610" y="1640852"/>
                  </a:lnTo>
                  <a:lnTo>
                    <a:pt x="489115" y="1640852"/>
                  </a:lnTo>
                  <a:lnTo>
                    <a:pt x="487286" y="1642681"/>
                  </a:lnTo>
                  <a:lnTo>
                    <a:pt x="487286" y="1644929"/>
                  </a:lnTo>
                  <a:lnTo>
                    <a:pt x="485571" y="1644929"/>
                  </a:lnTo>
                  <a:lnTo>
                    <a:pt x="485571" y="1646364"/>
                  </a:lnTo>
                  <a:lnTo>
                    <a:pt x="485914" y="1647050"/>
                  </a:lnTo>
                  <a:lnTo>
                    <a:pt x="486867" y="1649095"/>
                  </a:lnTo>
                  <a:lnTo>
                    <a:pt x="489331" y="1649971"/>
                  </a:lnTo>
                  <a:lnTo>
                    <a:pt x="491286" y="1649095"/>
                  </a:lnTo>
                  <a:lnTo>
                    <a:pt x="493610" y="1649095"/>
                  </a:lnTo>
                  <a:lnTo>
                    <a:pt x="495528" y="1647177"/>
                  </a:lnTo>
                  <a:close/>
                </a:path>
                <a:path w="2494915" h="1709420">
                  <a:moveTo>
                    <a:pt x="528154" y="1642681"/>
                  </a:moveTo>
                  <a:lnTo>
                    <a:pt x="526313" y="1640852"/>
                  </a:lnTo>
                  <a:lnTo>
                    <a:pt x="521817" y="1640852"/>
                  </a:lnTo>
                  <a:lnTo>
                    <a:pt x="519976" y="1642681"/>
                  </a:lnTo>
                  <a:lnTo>
                    <a:pt x="519976" y="1644929"/>
                  </a:lnTo>
                  <a:lnTo>
                    <a:pt x="518414" y="1644929"/>
                  </a:lnTo>
                  <a:lnTo>
                    <a:pt x="518477" y="1646224"/>
                  </a:lnTo>
                  <a:lnTo>
                    <a:pt x="518693" y="1646770"/>
                  </a:lnTo>
                  <a:lnTo>
                    <a:pt x="519569" y="1648891"/>
                  </a:lnTo>
                  <a:lnTo>
                    <a:pt x="521957" y="1649907"/>
                  </a:lnTo>
                  <a:lnTo>
                    <a:pt x="524065" y="1649018"/>
                  </a:lnTo>
                  <a:lnTo>
                    <a:pt x="526313" y="1649018"/>
                  </a:lnTo>
                  <a:lnTo>
                    <a:pt x="528154" y="1647177"/>
                  </a:lnTo>
                  <a:lnTo>
                    <a:pt x="528154" y="1642681"/>
                  </a:lnTo>
                  <a:close/>
                </a:path>
                <a:path w="2494915" h="1709420">
                  <a:moveTo>
                    <a:pt x="560857" y="1642681"/>
                  </a:moveTo>
                  <a:lnTo>
                    <a:pt x="559015" y="1640852"/>
                  </a:lnTo>
                  <a:lnTo>
                    <a:pt x="554520" y="1640852"/>
                  </a:lnTo>
                  <a:lnTo>
                    <a:pt x="552678" y="1642681"/>
                  </a:lnTo>
                  <a:lnTo>
                    <a:pt x="552678" y="1644929"/>
                  </a:lnTo>
                  <a:lnTo>
                    <a:pt x="551180" y="1644929"/>
                  </a:lnTo>
                  <a:lnTo>
                    <a:pt x="551256" y="1646097"/>
                  </a:lnTo>
                  <a:lnTo>
                    <a:pt x="551459" y="1646707"/>
                  </a:lnTo>
                  <a:lnTo>
                    <a:pt x="552272" y="1648815"/>
                  </a:lnTo>
                  <a:lnTo>
                    <a:pt x="554659" y="1649844"/>
                  </a:lnTo>
                  <a:lnTo>
                    <a:pt x="556768" y="1649018"/>
                  </a:lnTo>
                  <a:lnTo>
                    <a:pt x="559015" y="1649018"/>
                  </a:lnTo>
                  <a:lnTo>
                    <a:pt x="560857" y="1647177"/>
                  </a:lnTo>
                  <a:lnTo>
                    <a:pt x="560857" y="1642681"/>
                  </a:lnTo>
                  <a:close/>
                </a:path>
                <a:path w="2494915" h="1709420">
                  <a:moveTo>
                    <a:pt x="593623" y="1647177"/>
                  </a:moveTo>
                  <a:lnTo>
                    <a:pt x="593559" y="1642681"/>
                  </a:lnTo>
                  <a:lnTo>
                    <a:pt x="591794" y="1640852"/>
                  </a:lnTo>
                  <a:lnTo>
                    <a:pt x="587286" y="1640852"/>
                  </a:lnTo>
                  <a:lnTo>
                    <a:pt x="585381" y="1642681"/>
                  </a:lnTo>
                  <a:lnTo>
                    <a:pt x="585381" y="1644929"/>
                  </a:lnTo>
                  <a:lnTo>
                    <a:pt x="583958" y="1644929"/>
                  </a:lnTo>
                  <a:lnTo>
                    <a:pt x="584022" y="1646097"/>
                  </a:lnTo>
                  <a:lnTo>
                    <a:pt x="584225" y="1646707"/>
                  </a:lnTo>
                  <a:lnTo>
                    <a:pt x="585038" y="1648815"/>
                  </a:lnTo>
                  <a:lnTo>
                    <a:pt x="587425" y="1649844"/>
                  </a:lnTo>
                  <a:lnTo>
                    <a:pt x="589534" y="1649018"/>
                  </a:lnTo>
                  <a:lnTo>
                    <a:pt x="591794" y="1649018"/>
                  </a:lnTo>
                  <a:lnTo>
                    <a:pt x="593623" y="1647177"/>
                  </a:lnTo>
                  <a:close/>
                </a:path>
                <a:path w="2494915" h="1709420">
                  <a:moveTo>
                    <a:pt x="626262" y="1647177"/>
                  </a:moveTo>
                  <a:lnTo>
                    <a:pt x="626198" y="1642681"/>
                  </a:lnTo>
                  <a:lnTo>
                    <a:pt x="624420" y="1640852"/>
                  </a:lnTo>
                  <a:lnTo>
                    <a:pt x="619925" y="1640852"/>
                  </a:lnTo>
                  <a:lnTo>
                    <a:pt x="618083" y="1642681"/>
                  </a:lnTo>
                  <a:lnTo>
                    <a:pt x="618083" y="1644929"/>
                  </a:lnTo>
                  <a:lnTo>
                    <a:pt x="616864" y="1644929"/>
                  </a:lnTo>
                  <a:lnTo>
                    <a:pt x="616864" y="1645881"/>
                  </a:lnTo>
                  <a:lnTo>
                    <a:pt x="617067" y="1646364"/>
                  </a:lnTo>
                  <a:lnTo>
                    <a:pt x="617740" y="1648472"/>
                  </a:lnTo>
                  <a:lnTo>
                    <a:pt x="619988" y="1649704"/>
                  </a:lnTo>
                  <a:lnTo>
                    <a:pt x="622173" y="1649018"/>
                  </a:lnTo>
                  <a:lnTo>
                    <a:pt x="624420" y="1649018"/>
                  </a:lnTo>
                  <a:lnTo>
                    <a:pt x="626262" y="1647177"/>
                  </a:lnTo>
                  <a:close/>
                </a:path>
                <a:path w="2494915" h="1709420">
                  <a:moveTo>
                    <a:pt x="658964" y="1642681"/>
                  </a:moveTo>
                  <a:lnTo>
                    <a:pt x="657123" y="1640852"/>
                  </a:lnTo>
                  <a:lnTo>
                    <a:pt x="652627" y="1640852"/>
                  </a:lnTo>
                  <a:lnTo>
                    <a:pt x="650786" y="1642681"/>
                  </a:lnTo>
                  <a:lnTo>
                    <a:pt x="650786" y="1644929"/>
                  </a:lnTo>
                  <a:lnTo>
                    <a:pt x="649630" y="1644929"/>
                  </a:lnTo>
                  <a:lnTo>
                    <a:pt x="649630" y="1645818"/>
                  </a:lnTo>
                  <a:lnTo>
                    <a:pt x="650443" y="1648409"/>
                  </a:lnTo>
                  <a:lnTo>
                    <a:pt x="652691" y="1649641"/>
                  </a:lnTo>
                  <a:lnTo>
                    <a:pt x="654875" y="1649018"/>
                  </a:lnTo>
                  <a:lnTo>
                    <a:pt x="657123" y="1649018"/>
                  </a:lnTo>
                  <a:lnTo>
                    <a:pt x="658964" y="1647177"/>
                  </a:lnTo>
                  <a:lnTo>
                    <a:pt x="658964" y="1642681"/>
                  </a:lnTo>
                  <a:close/>
                </a:path>
                <a:path w="2494915" h="1709420">
                  <a:moveTo>
                    <a:pt x="691667" y="1647177"/>
                  </a:moveTo>
                  <a:lnTo>
                    <a:pt x="691591" y="1642681"/>
                  </a:lnTo>
                  <a:lnTo>
                    <a:pt x="689825" y="1640852"/>
                  </a:lnTo>
                  <a:lnTo>
                    <a:pt x="685330" y="1640852"/>
                  </a:lnTo>
                  <a:lnTo>
                    <a:pt x="683488" y="1642681"/>
                  </a:lnTo>
                  <a:lnTo>
                    <a:pt x="683488" y="1644929"/>
                  </a:lnTo>
                  <a:lnTo>
                    <a:pt x="682459" y="1644929"/>
                  </a:lnTo>
                  <a:lnTo>
                    <a:pt x="682536" y="1645678"/>
                  </a:lnTo>
                  <a:lnTo>
                    <a:pt x="682599" y="1646021"/>
                  </a:lnTo>
                  <a:lnTo>
                    <a:pt x="683145" y="1648206"/>
                  </a:lnTo>
                  <a:lnTo>
                    <a:pt x="685393" y="1649564"/>
                  </a:lnTo>
                  <a:lnTo>
                    <a:pt x="687578" y="1649018"/>
                  </a:lnTo>
                  <a:lnTo>
                    <a:pt x="689825" y="1649018"/>
                  </a:lnTo>
                  <a:lnTo>
                    <a:pt x="691667" y="1647177"/>
                  </a:lnTo>
                  <a:close/>
                </a:path>
                <a:path w="2494915" h="1709420">
                  <a:moveTo>
                    <a:pt x="724369" y="1647177"/>
                  </a:moveTo>
                  <a:lnTo>
                    <a:pt x="724293" y="1642681"/>
                  </a:lnTo>
                  <a:lnTo>
                    <a:pt x="722528" y="1640852"/>
                  </a:lnTo>
                  <a:lnTo>
                    <a:pt x="718032" y="1640852"/>
                  </a:lnTo>
                  <a:lnTo>
                    <a:pt x="716191" y="1642681"/>
                  </a:lnTo>
                  <a:lnTo>
                    <a:pt x="716191" y="1644929"/>
                  </a:lnTo>
                  <a:lnTo>
                    <a:pt x="715302" y="1644929"/>
                  </a:lnTo>
                  <a:lnTo>
                    <a:pt x="715365" y="1645881"/>
                  </a:lnTo>
                  <a:lnTo>
                    <a:pt x="715848" y="1648129"/>
                  </a:lnTo>
                  <a:lnTo>
                    <a:pt x="718096" y="1649501"/>
                  </a:lnTo>
                  <a:lnTo>
                    <a:pt x="720280" y="1649018"/>
                  </a:lnTo>
                  <a:lnTo>
                    <a:pt x="722528" y="1649018"/>
                  </a:lnTo>
                  <a:lnTo>
                    <a:pt x="724369" y="1647177"/>
                  </a:lnTo>
                  <a:close/>
                </a:path>
                <a:path w="2494915" h="1709420">
                  <a:moveTo>
                    <a:pt x="757059" y="1642681"/>
                  </a:moveTo>
                  <a:lnTo>
                    <a:pt x="755230" y="1640852"/>
                  </a:lnTo>
                  <a:lnTo>
                    <a:pt x="750735" y="1640852"/>
                  </a:lnTo>
                  <a:lnTo>
                    <a:pt x="748893" y="1642681"/>
                  </a:lnTo>
                  <a:lnTo>
                    <a:pt x="748893" y="1644929"/>
                  </a:lnTo>
                  <a:lnTo>
                    <a:pt x="748068" y="1644929"/>
                  </a:lnTo>
                  <a:lnTo>
                    <a:pt x="748144" y="1645818"/>
                  </a:lnTo>
                  <a:lnTo>
                    <a:pt x="748614" y="1648066"/>
                  </a:lnTo>
                  <a:lnTo>
                    <a:pt x="750735" y="1649425"/>
                  </a:lnTo>
                  <a:lnTo>
                    <a:pt x="752983" y="1649018"/>
                  </a:lnTo>
                  <a:lnTo>
                    <a:pt x="755230" y="1649018"/>
                  </a:lnTo>
                  <a:lnTo>
                    <a:pt x="757059" y="1647177"/>
                  </a:lnTo>
                  <a:lnTo>
                    <a:pt x="757059" y="1642681"/>
                  </a:lnTo>
                  <a:close/>
                </a:path>
                <a:path w="2494915" h="1709420">
                  <a:moveTo>
                    <a:pt x="789762" y="1647177"/>
                  </a:moveTo>
                  <a:lnTo>
                    <a:pt x="789698" y="1642681"/>
                  </a:lnTo>
                  <a:lnTo>
                    <a:pt x="787920" y="1640852"/>
                  </a:lnTo>
                  <a:lnTo>
                    <a:pt x="783424" y="1640852"/>
                  </a:lnTo>
                  <a:lnTo>
                    <a:pt x="781596" y="1642681"/>
                  </a:lnTo>
                  <a:lnTo>
                    <a:pt x="781596" y="1644929"/>
                  </a:lnTo>
                  <a:lnTo>
                    <a:pt x="780910" y="1644929"/>
                  </a:lnTo>
                  <a:lnTo>
                    <a:pt x="780973" y="1645615"/>
                  </a:lnTo>
                  <a:lnTo>
                    <a:pt x="781215" y="1647177"/>
                  </a:lnTo>
                  <a:lnTo>
                    <a:pt x="781316" y="1647863"/>
                  </a:lnTo>
                  <a:lnTo>
                    <a:pt x="783424" y="1649361"/>
                  </a:lnTo>
                  <a:lnTo>
                    <a:pt x="785672" y="1649018"/>
                  </a:lnTo>
                  <a:lnTo>
                    <a:pt x="787920" y="1649018"/>
                  </a:lnTo>
                  <a:lnTo>
                    <a:pt x="789762" y="1647177"/>
                  </a:lnTo>
                  <a:close/>
                </a:path>
                <a:path w="2494915" h="1709420">
                  <a:moveTo>
                    <a:pt x="822464" y="1647177"/>
                  </a:moveTo>
                  <a:lnTo>
                    <a:pt x="822401" y="1642681"/>
                  </a:lnTo>
                  <a:lnTo>
                    <a:pt x="820623" y="1640852"/>
                  </a:lnTo>
                  <a:lnTo>
                    <a:pt x="816127" y="1640852"/>
                  </a:lnTo>
                  <a:lnTo>
                    <a:pt x="814285" y="1642681"/>
                  </a:lnTo>
                  <a:lnTo>
                    <a:pt x="814285" y="1644929"/>
                  </a:lnTo>
                  <a:lnTo>
                    <a:pt x="813676" y="1644929"/>
                  </a:lnTo>
                  <a:lnTo>
                    <a:pt x="813752" y="1645551"/>
                  </a:lnTo>
                  <a:lnTo>
                    <a:pt x="813993" y="1647177"/>
                  </a:lnTo>
                  <a:lnTo>
                    <a:pt x="814082" y="1647799"/>
                  </a:lnTo>
                  <a:lnTo>
                    <a:pt x="816127" y="1649361"/>
                  </a:lnTo>
                  <a:lnTo>
                    <a:pt x="818375" y="1649018"/>
                  </a:lnTo>
                  <a:lnTo>
                    <a:pt x="820623" y="1649018"/>
                  </a:lnTo>
                  <a:lnTo>
                    <a:pt x="822464" y="1647177"/>
                  </a:lnTo>
                  <a:close/>
                </a:path>
                <a:path w="2494915" h="1709420">
                  <a:moveTo>
                    <a:pt x="855167" y="1642681"/>
                  </a:moveTo>
                  <a:lnTo>
                    <a:pt x="853325" y="1640852"/>
                  </a:lnTo>
                  <a:lnTo>
                    <a:pt x="848829" y="1640852"/>
                  </a:lnTo>
                  <a:lnTo>
                    <a:pt x="846988" y="1642681"/>
                  </a:lnTo>
                  <a:lnTo>
                    <a:pt x="846988" y="1644929"/>
                  </a:lnTo>
                  <a:lnTo>
                    <a:pt x="846518" y="1644929"/>
                  </a:lnTo>
                  <a:lnTo>
                    <a:pt x="846518" y="1645475"/>
                  </a:lnTo>
                  <a:lnTo>
                    <a:pt x="846734" y="1647177"/>
                  </a:lnTo>
                  <a:lnTo>
                    <a:pt x="846785" y="1647659"/>
                  </a:lnTo>
                  <a:lnTo>
                    <a:pt x="848829" y="1649298"/>
                  </a:lnTo>
                  <a:lnTo>
                    <a:pt x="851077" y="1649018"/>
                  </a:lnTo>
                  <a:lnTo>
                    <a:pt x="853325" y="1649018"/>
                  </a:lnTo>
                  <a:lnTo>
                    <a:pt x="855167" y="1647177"/>
                  </a:lnTo>
                  <a:lnTo>
                    <a:pt x="855167" y="1642681"/>
                  </a:lnTo>
                  <a:close/>
                </a:path>
                <a:path w="2494915" h="1709420">
                  <a:moveTo>
                    <a:pt x="887806" y="1642681"/>
                  </a:moveTo>
                  <a:lnTo>
                    <a:pt x="885964" y="1640852"/>
                  </a:lnTo>
                  <a:lnTo>
                    <a:pt x="881532" y="1640852"/>
                  </a:lnTo>
                  <a:lnTo>
                    <a:pt x="879690" y="1642681"/>
                  </a:lnTo>
                  <a:lnTo>
                    <a:pt x="879690" y="1644929"/>
                  </a:lnTo>
                  <a:lnTo>
                    <a:pt x="879348" y="1644929"/>
                  </a:lnTo>
                  <a:lnTo>
                    <a:pt x="879348" y="1645272"/>
                  </a:lnTo>
                  <a:lnTo>
                    <a:pt x="879525" y="1647113"/>
                  </a:lnTo>
                  <a:lnTo>
                    <a:pt x="879563" y="1647520"/>
                  </a:lnTo>
                  <a:lnTo>
                    <a:pt x="881367" y="1649018"/>
                  </a:lnTo>
                  <a:lnTo>
                    <a:pt x="886040" y="1649018"/>
                  </a:lnTo>
                  <a:lnTo>
                    <a:pt x="887806" y="1647113"/>
                  </a:lnTo>
                  <a:lnTo>
                    <a:pt x="887806" y="1642681"/>
                  </a:lnTo>
                  <a:close/>
                </a:path>
                <a:path w="2494915" h="1709420">
                  <a:moveTo>
                    <a:pt x="920572" y="1647177"/>
                  </a:moveTo>
                  <a:lnTo>
                    <a:pt x="920508" y="1642681"/>
                  </a:lnTo>
                  <a:lnTo>
                    <a:pt x="918730" y="1640852"/>
                  </a:lnTo>
                  <a:lnTo>
                    <a:pt x="914234" y="1640852"/>
                  </a:lnTo>
                  <a:lnTo>
                    <a:pt x="912393" y="1642681"/>
                  </a:lnTo>
                  <a:lnTo>
                    <a:pt x="912393" y="1644929"/>
                  </a:lnTo>
                  <a:lnTo>
                    <a:pt x="912126" y="1644929"/>
                  </a:lnTo>
                  <a:lnTo>
                    <a:pt x="912241" y="1647177"/>
                  </a:lnTo>
                  <a:lnTo>
                    <a:pt x="912253" y="1647456"/>
                  </a:lnTo>
                  <a:lnTo>
                    <a:pt x="914082" y="1649018"/>
                  </a:lnTo>
                  <a:lnTo>
                    <a:pt x="918730" y="1649018"/>
                  </a:lnTo>
                  <a:lnTo>
                    <a:pt x="920572" y="1647177"/>
                  </a:lnTo>
                  <a:close/>
                </a:path>
                <a:path w="2494915" h="1709420">
                  <a:moveTo>
                    <a:pt x="953274" y="1645069"/>
                  </a:moveTo>
                  <a:lnTo>
                    <a:pt x="944892" y="1645069"/>
                  </a:lnTo>
                  <a:lnTo>
                    <a:pt x="945019" y="1647177"/>
                  </a:lnTo>
                  <a:lnTo>
                    <a:pt x="945032" y="1647317"/>
                  </a:lnTo>
                  <a:lnTo>
                    <a:pt x="946937" y="1649095"/>
                  </a:lnTo>
                  <a:lnTo>
                    <a:pt x="951369" y="1649095"/>
                  </a:lnTo>
                  <a:lnTo>
                    <a:pt x="953274" y="1647177"/>
                  </a:lnTo>
                  <a:lnTo>
                    <a:pt x="953274" y="1645069"/>
                  </a:lnTo>
                  <a:close/>
                </a:path>
                <a:path w="2494915" h="1709420">
                  <a:moveTo>
                    <a:pt x="953274" y="1642681"/>
                  </a:moveTo>
                  <a:lnTo>
                    <a:pt x="951433" y="1640852"/>
                  </a:lnTo>
                  <a:lnTo>
                    <a:pt x="946937" y="1640852"/>
                  </a:lnTo>
                  <a:lnTo>
                    <a:pt x="945095" y="1642681"/>
                  </a:lnTo>
                  <a:lnTo>
                    <a:pt x="945095" y="1644929"/>
                  </a:lnTo>
                  <a:lnTo>
                    <a:pt x="953274" y="1644929"/>
                  </a:lnTo>
                  <a:lnTo>
                    <a:pt x="953274" y="1642681"/>
                  </a:lnTo>
                  <a:close/>
                </a:path>
                <a:path w="2494915" h="1709420">
                  <a:moveTo>
                    <a:pt x="985901" y="1642681"/>
                  </a:moveTo>
                  <a:lnTo>
                    <a:pt x="984059" y="1640852"/>
                  </a:lnTo>
                  <a:lnTo>
                    <a:pt x="979563" y="1640852"/>
                  </a:lnTo>
                  <a:lnTo>
                    <a:pt x="977798" y="1642681"/>
                  </a:lnTo>
                  <a:lnTo>
                    <a:pt x="977798" y="1647253"/>
                  </a:lnTo>
                  <a:lnTo>
                    <a:pt x="979563" y="1649018"/>
                  </a:lnTo>
                  <a:lnTo>
                    <a:pt x="984059" y="1649018"/>
                  </a:lnTo>
                  <a:lnTo>
                    <a:pt x="985837" y="1647253"/>
                  </a:lnTo>
                  <a:lnTo>
                    <a:pt x="985901" y="1642681"/>
                  </a:lnTo>
                  <a:close/>
                </a:path>
                <a:path w="2494915" h="1709420">
                  <a:moveTo>
                    <a:pt x="1018540" y="1703451"/>
                  </a:moveTo>
                  <a:lnTo>
                    <a:pt x="1018400" y="1702981"/>
                  </a:lnTo>
                  <a:lnTo>
                    <a:pt x="1018197" y="1702498"/>
                  </a:lnTo>
                  <a:lnTo>
                    <a:pt x="1017930" y="1702028"/>
                  </a:lnTo>
                  <a:lnTo>
                    <a:pt x="1017511" y="1701685"/>
                  </a:lnTo>
                  <a:lnTo>
                    <a:pt x="1015885" y="1700123"/>
                  </a:lnTo>
                  <a:lnTo>
                    <a:pt x="1013421" y="1700123"/>
                  </a:lnTo>
                  <a:lnTo>
                    <a:pt x="1011796" y="1701685"/>
                  </a:lnTo>
                  <a:lnTo>
                    <a:pt x="1011389" y="1702028"/>
                  </a:lnTo>
                  <a:lnTo>
                    <a:pt x="1011110" y="1702498"/>
                  </a:lnTo>
                  <a:lnTo>
                    <a:pt x="1010907" y="1702981"/>
                  </a:lnTo>
                  <a:lnTo>
                    <a:pt x="1010767" y="1703451"/>
                  </a:lnTo>
                  <a:lnTo>
                    <a:pt x="1010767" y="1703997"/>
                  </a:lnTo>
                  <a:lnTo>
                    <a:pt x="1010907" y="1704543"/>
                  </a:lnTo>
                  <a:lnTo>
                    <a:pt x="1010767" y="1705089"/>
                  </a:lnTo>
                  <a:lnTo>
                    <a:pt x="1010767" y="1705635"/>
                  </a:lnTo>
                  <a:lnTo>
                    <a:pt x="1010907" y="1706181"/>
                  </a:lnTo>
                  <a:lnTo>
                    <a:pt x="1011110" y="1706651"/>
                  </a:lnTo>
                  <a:lnTo>
                    <a:pt x="1011389" y="1707134"/>
                  </a:lnTo>
                  <a:lnTo>
                    <a:pt x="1011796" y="1707476"/>
                  </a:lnTo>
                  <a:lnTo>
                    <a:pt x="1012545" y="1708226"/>
                  </a:lnTo>
                  <a:lnTo>
                    <a:pt x="1013561" y="1708632"/>
                  </a:lnTo>
                  <a:lnTo>
                    <a:pt x="1014653" y="1708696"/>
                  </a:lnTo>
                  <a:lnTo>
                    <a:pt x="1015746" y="1708632"/>
                  </a:lnTo>
                  <a:lnTo>
                    <a:pt x="1016762" y="1708226"/>
                  </a:lnTo>
                  <a:lnTo>
                    <a:pt x="1017511" y="1707476"/>
                  </a:lnTo>
                  <a:lnTo>
                    <a:pt x="1017930" y="1707134"/>
                  </a:lnTo>
                  <a:lnTo>
                    <a:pt x="1018197" y="1706651"/>
                  </a:lnTo>
                  <a:lnTo>
                    <a:pt x="1018400" y="1706181"/>
                  </a:lnTo>
                  <a:lnTo>
                    <a:pt x="1018540" y="1705635"/>
                  </a:lnTo>
                  <a:lnTo>
                    <a:pt x="1018540" y="1705089"/>
                  </a:lnTo>
                  <a:lnTo>
                    <a:pt x="1018400" y="1704543"/>
                  </a:lnTo>
                  <a:lnTo>
                    <a:pt x="1018540" y="1703997"/>
                  </a:lnTo>
                  <a:lnTo>
                    <a:pt x="1018540" y="1703451"/>
                  </a:lnTo>
                  <a:close/>
                </a:path>
                <a:path w="2494915" h="1709420">
                  <a:moveTo>
                    <a:pt x="1018540" y="1530134"/>
                  </a:moveTo>
                  <a:lnTo>
                    <a:pt x="1015199" y="1527009"/>
                  </a:lnTo>
                  <a:lnTo>
                    <a:pt x="1014107" y="1527009"/>
                  </a:lnTo>
                  <a:lnTo>
                    <a:pt x="1010907" y="1529664"/>
                  </a:lnTo>
                  <a:lnTo>
                    <a:pt x="1010767" y="1530134"/>
                  </a:lnTo>
                  <a:lnTo>
                    <a:pt x="1010767" y="1530680"/>
                  </a:lnTo>
                  <a:lnTo>
                    <a:pt x="1010907" y="1531226"/>
                  </a:lnTo>
                  <a:lnTo>
                    <a:pt x="1010767" y="1531708"/>
                  </a:lnTo>
                  <a:lnTo>
                    <a:pt x="1010767" y="1532255"/>
                  </a:lnTo>
                  <a:lnTo>
                    <a:pt x="1010907" y="1532724"/>
                  </a:lnTo>
                  <a:lnTo>
                    <a:pt x="1011047" y="1533271"/>
                  </a:lnTo>
                  <a:lnTo>
                    <a:pt x="1011389" y="1533753"/>
                  </a:lnTo>
                  <a:lnTo>
                    <a:pt x="1011796" y="1534096"/>
                  </a:lnTo>
                  <a:lnTo>
                    <a:pt x="1012545" y="1534845"/>
                  </a:lnTo>
                  <a:lnTo>
                    <a:pt x="1013561" y="1535315"/>
                  </a:lnTo>
                  <a:lnTo>
                    <a:pt x="1014653" y="1535315"/>
                  </a:lnTo>
                  <a:lnTo>
                    <a:pt x="1015746" y="1535315"/>
                  </a:lnTo>
                  <a:lnTo>
                    <a:pt x="1016762" y="1534845"/>
                  </a:lnTo>
                  <a:lnTo>
                    <a:pt x="1017511" y="1534096"/>
                  </a:lnTo>
                  <a:lnTo>
                    <a:pt x="1017930" y="1533753"/>
                  </a:lnTo>
                  <a:lnTo>
                    <a:pt x="1018260" y="1533271"/>
                  </a:lnTo>
                  <a:lnTo>
                    <a:pt x="1018400" y="1532724"/>
                  </a:lnTo>
                  <a:lnTo>
                    <a:pt x="1018540" y="1532255"/>
                  </a:lnTo>
                  <a:lnTo>
                    <a:pt x="1018540" y="1531708"/>
                  </a:lnTo>
                  <a:lnTo>
                    <a:pt x="1018400" y="1531226"/>
                  </a:lnTo>
                  <a:lnTo>
                    <a:pt x="1018540" y="1530680"/>
                  </a:lnTo>
                  <a:lnTo>
                    <a:pt x="1018540" y="1530134"/>
                  </a:lnTo>
                  <a:close/>
                </a:path>
                <a:path w="2494915" h="1709420">
                  <a:moveTo>
                    <a:pt x="1018743" y="1672386"/>
                  </a:moveTo>
                  <a:lnTo>
                    <a:pt x="1016965" y="1670545"/>
                  </a:lnTo>
                  <a:lnTo>
                    <a:pt x="1012405" y="1670545"/>
                  </a:lnTo>
                  <a:lnTo>
                    <a:pt x="1010640" y="1672386"/>
                  </a:lnTo>
                  <a:lnTo>
                    <a:pt x="1010564" y="1676882"/>
                  </a:lnTo>
                  <a:lnTo>
                    <a:pt x="1012405" y="1678660"/>
                  </a:lnTo>
                  <a:lnTo>
                    <a:pt x="1016901" y="1678660"/>
                  </a:lnTo>
                  <a:lnTo>
                    <a:pt x="1018743" y="1676882"/>
                  </a:lnTo>
                  <a:lnTo>
                    <a:pt x="1018743" y="1672386"/>
                  </a:lnTo>
                  <a:close/>
                </a:path>
                <a:path w="2494915" h="1709420">
                  <a:moveTo>
                    <a:pt x="1018743" y="1614068"/>
                  </a:moveTo>
                  <a:lnTo>
                    <a:pt x="1016901" y="1612226"/>
                  </a:lnTo>
                  <a:lnTo>
                    <a:pt x="1012405" y="1612226"/>
                  </a:lnTo>
                  <a:lnTo>
                    <a:pt x="1010564" y="1614068"/>
                  </a:lnTo>
                  <a:lnTo>
                    <a:pt x="1010564" y="1618564"/>
                  </a:lnTo>
                  <a:lnTo>
                    <a:pt x="1012405" y="1620405"/>
                  </a:lnTo>
                  <a:lnTo>
                    <a:pt x="1016901" y="1620405"/>
                  </a:lnTo>
                  <a:lnTo>
                    <a:pt x="1018743" y="1618564"/>
                  </a:lnTo>
                  <a:lnTo>
                    <a:pt x="1018743" y="1614068"/>
                  </a:lnTo>
                  <a:close/>
                </a:path>
                <a:path w="2494915" h="1709420">
                  <a:moveTo>
                    <a:pt x="1018743" y="1585658"/>
                  </a:moveTo>
                  <a:lnTo>
                    <a:pt x="1016901" y="1583829"/>
                  </a:lnTo>
                  <a:lnTo>
                    <a:pt x="1012405" y="1583829"/>
                  </a:lnTo>
                  <a:lnTo>
                    <a:pt x="1010564" y="1585658"/>
                  </a:lnTo>
                  <a:lnTo>
                    <a:pt x="1010564" y="1590230"/>
                  </a:lnTo>
                  <a:lnTo>
                    <a:pt x="1012405" y="1591995"/>
                  </a:lnTo>
                  <a:lnTo>
                    <a:pt x="1016901" y="1591995"/>
                  </a:lnTo>
                  <a:lnTo>
                    <a:pt x="1018743" y="1590230"/>
                  </a:lnTo>
                  <a:lnTo>
                    <a:pt x="1018743" y="1585658"/>
                  </a:lnTo>
                  <a:close/>
                </a:path>
                <a:path w="2494915" h="1709420">
                  <a:moveTo>
                    <a:pt x="1018743" y="1557324"/>
                  </a:moveTo>
                  <a:lnTo>
                    <a:pt x="1016901" y="1555483"/>
                  </a:lnTo>
                  <a:lnTo>
                    <a:pt x="1012405" y="1555483"/>
                  </a:lnTo>
                  <a:lnTo>
                    <a:pt x="1010564" y="1557324"/>
                  </a:lnTo>
                  <a:lnTo>
                    <a:pt x="1010564" y="1561820"/>
                  </a:lnTo>
                  <a:lnTo>
                    <a:pt x="1012405" y="1563662"/>
                  </a:lnTo>
                  <a:lnTo>
                    <a:pt x="1016901" y="1563662"/>
                  </a:lnTo>
                  <a:lnTo>
                    <a:pt x="1018743" y="1561820"/>
                  </a:lnTo>
                  <a:lnTo>
                    <a:pt x="1018743" y="1557324"/>
                  </a:lnTo>
                  <a:close/>
                </a:path>
                <a:path w="2494915" h="1709420">
                  <a:moveTo>
                    <a:pt x="1018882" y="1645475"/>
                  </a:moveTo>
                  <a:lnTo>
                    <a:pt x="1018743" y="1645005"/>
                  </a:lnTo>
                  <a:lnTo>
                    <a:pt x="1018743" y="1643913"/>
                  </a:lnTo>
                  <a:lnTo>
                    <a:pt x="1018336" y="1642884"/>
                  </a:lnTo>
                  <a:lnTo>
                    <a:pt x="1017511" y="1642135"/>
                  </a:lnTo>
                  <a:lnTo>
                    <a:pt x="1017181" y="1641729"/>
                  </a:lnTo>
                  <a:lnTo>
                    <a:pt x="1016698" y="1641462"/>
                  </a:lnTo>
                  <a:lnTo>
                    <a:pt x="1016215" y="1641259"/>
                  </a:lnTo>
                  <a:lnTo>
                    <a:pt x="1015199" y="1640852"/>
                  </a:lnTo>
                  <a:lnTo>
                    <a:pt x="1014107" y="1640852"/>
                  </a:lnTo>
                  <a:lnTo>
                    <a:pt x="1013091" y="1641259"/>
                  </a:lnTo>
                  <a:lnTo>
                    <a:pt x="1012609" y="1641462"/>
                  </a:lnTo>
                  <a:lnTo>
                    <a:pt x="1012139" y="1641729"/>
                  </a:lnTo>
                  <a:lnTo>
                    <a:pt x="1011796" y="1642135"/>
                  </a:lnTo>
                  <a:lnTo>
                    <a:pt x="1011389" y="1642478"/>
                  </a:lnTo>
                  <a:lnTo>
                    <a:pt x="1011110" y="1642960"/>
                  </a:lnTo>
                  <a:lnTo>
                    <a:pt x="1010907" y="1643430"/>
                  </a:lnTo>
                  <a:lnTo>
                    <a:pt x="1010767" y="1643976"/>
                  </a:lnTo>
                  <a:lnTo>
                    <a:pt x="1010767" y="1644459"/>
                  </a:lnTo>
                  <a:lnTo>
                    <a:pt x="1010907" y="1645005"/>
                  </a:lnTo>
                  <a:lnTo>
                    <a:pt x="1010767" y="1645475"/>
                  </a:lnTo>
                  <a:lnTo>
                    <a:pt x="1010767" y="1646021"/>
                  </a:lnTo>
                  <a:lnTo>
                    <a:pt x="1010907" y="1646567"/>
                  </a:lnTo>
                  <a:lnTo>
                    <a:pt x="1011110" y="1647113"/>
                  </a:lnTo>
                  <a:lnTo>
                    <a:pt x="1011389" y="1647520"/>
                  </a:lnTo>
                  <a:lnTo>
                    <a:pt x="1011796" y="1647926"/>
                  </a:lnTo>
                  <a:lnTo>
                    <a:pt x="1012139" y="1648345"/>
                  </a:lnTo>
                  <a:lnTo>
                    <a:pt x="1012609" y="1648612"/>
                  </a:lnTo>
                  <a:lnTo>
                    <a:pt x="1013091" y="1648752"/>
                  </a:lnTo>
                  <a:lnTo>
                    <a:pt x="1013637" y="1648891"/>
                  </a:lnTo>
                  <a:lnTo>
                    <a:pt x="1014171" y="1648891"/>
                  </a:lnTo>
                  <a:lnTo>
                    <a:pt x="1014653" y="1648752"/>
                  </a:lnTo>
                  <a:lnTo>
                    <a:pt x="1015263" y="1648955"/>
                  </a:lnTo>
                  <a:lnTo>
                    <a:pt x="1015949" y="1648955"/>
                  </a:lnTo>
                  <a:lnTo>
                    <a:pt x="1016558" y="1648752"/>
                  </a:lnTo>
                  <a:lnTo>
                    <a:pt x="1017041" y="1648612"/>
                  </a:lnTo>
                  <a:lnTo>
                    <a:pt x="1018882" y="1646021"/>
                  </a:lnTo>
                  <a:lnTo>
                    <a:pt x="1018882" y="1645475"/>
                  </a:lnTo>
                  <a:close/>
                </a:path>
                <a:path w="2494915" h="1709420">
                  <a:moveTo>
                    <a:pt x="1054036" y="1642681"/>
                  </a:moveTo>
                  <a:lnTo>
                    <a:pt x="1052195" y="1640852"/>
                  </a:lnTo>
                  <a:lnTo>
                    <a:pt x="1047623" y="1640852"/>
                  </a:lnTo>
                  <a:lnTo>
                    <a:pt x="1045794" y="1642681"/>
                  </a:lnTo>
                  <a:lnTo>
                    <a:pt x="1045794" y="1644929"/>
                  </a:lnTo>
                  <a:lnTo>
                    <a:pt x="1043330" y="1644929"/>
                  </a:lnTo>
                  <a:lnTo>
                    <a:pt x="1048105" y="1650390"/>
                  </a:lnTo>
                  <a:lnTo>
                    <a:pt x="1049947" y="1649018"/>
                  </a:lnTo>
                  <a:lnTo>
                    <a:pt x="1052258" y="1649018"/>
                  </a:lnTo>
                  <a:lnTo>
                    <a:pt x="1054036" y="1647177"/>
                  </a:lnTo>
                  <a:lnTo>
                    <a:pt x="1054036" y="1642681"/>
                  </a:lnTo>
                  <a:close/>
                </a:path>
                <a:path w="2494915" h="1709420">
                  <a:moveTo>
                    <a:pt x="1086662" y="1642681"/>
                  </a:moveTo>
                  <a:lnTo>
                    <a:pt x="1084821" y="1640852"/>
                  </a:lnTo>
                  <a:lnTo>
                    <a:pt x="1080325" y="1640852"/>
                  </a:lnTo>
                  <a:lnTo>
                    <a:pt x="1078484" y="1642681"/>
                  </a:lnTo>
                  <a:lnTo>
                    <a:pt x="1078484" y="1644929"/>
                  </a:lnTo>
                  <a:lnTo>
                    <a:pt x="1076236" y="1644929"/>
                  </a:lnTo>
                  <a:lnTo>
                    <a:pt x="1076032" y="1646021"/>
                  </a:lnTo>
                  <a:lnTo>
                    <a:pt x="1076299" y="1647177"/>
                  </a:lnTo>
                  <a:lnTo>
                    <a:pt x="1076921" y="1648002"/>
                  </a:lnTo>
                  <a:lnTo>
                    <a:pt x="1078217" y="1649907"/>
                  </a:lnTo>
                  <a:lnTo>
                    <a:pt x="1080731" y="1650314"/>
                  </a:lnTo>
                  <a:lnTo>
                    <a:pt x="1082573" y="1649018"/>
                  </a:lnTo>
                  <a:lnTo>
                    <a:pt x="1084821" y="1649018"/>
                  </a:lnTo>
                  <a:lnTo>
                    <a:pt x="1086662" y="1647177"/>
                  </a:lnTo>
                  <a:lnTo>
                    <a:pt x="1086662" y="1642681"/>
                  </a:lnTo>
                  <a:close/>
                </a:path>
                <a:path w="2494915" h="1709420">
                  <a:moveTo>
                    <a:pt x="1119365" y="1642681"/>
                  </a:moveTo>
                  <a:lnTo>
                    <a:pt x="1117523" y="1640852"/>
                  </a:lnTo>
                  <a:lnTo>
                    <a:pt x="1113028" y="1640852"/>
                  </a:lnTo>
                  <a:lnTo>
                    <a:pt x="1111186" y="1642681"/>
                  </a:lnTo>
                  <a:lnTo>
                    <a:pt x="1111186" y="1644929"/>
                  </a:lnTo>
                  <a:lnTo>
                    <a:pt x="1109014" y="1644929"/>
                  </a:lnTo>
                  <a:lnTo>
                    <a:pt x="1113434" y="1650250"/>
                  </a:lnTo>
                  <a:lnTo>
                    <a:pt x="1115275" y="1649018"/>
                  </a:lnTo>
                  <a:lnTo>
                    <a:pt x="1117523" y="1649018"/>
                  </a:lnTo>
                  <a:lnTo>
                    <a:pt x="1119365" y="1647177"/>
                  </a:lnTo>
                  <a:lnTo>
                    <a:pt x="1119365" y="1642681"/>
                  </a:lnTo>
                  <a:close/>
                </a:path>
                <a:path w="2494915" h="1709420">
                  <a:moveTo>
                    <a:pt x="1152131" y="1642681"/>
                  </a:moveTo>
                  <a:lnTo>
                    <a:pt x="1150302" y="1640852"/>
                  </a:lnTo>
                  <a:lnTo>
                    <a:pt x="1145730" y="1640852"/>
                  </a:lnTo>
                  <a:lnTo>
                    <a:pt x="1143889" y="1642681"/>
                  </a:lnTo>
                  <a:lnTo>
                    <a:pt x="1143889" y="1644929"/>
                  </a:lnTo>
                  <a:lnTo>
                    <a:pt x="1141780" y="1644929"/>
                  </a:lnTo>
                  <a:lnTo>
                    <a:pt x="1141641" y="1645881"/>
                  </a:lnTo>
                  <a:lnTo>
                    <a:pt x="1141844" y="1646910"/>
                  </a:lnTo>
                  <a:lnTo>
                    <a:pt x="1142390" y="1647723"/>
                  </a:lnTo>
                  <a:lnTo>
                    <a:pt x="1143546" y="1649641"/>
                  </a:lnTo>
                  <a:lnTo>
                    <a:pt x="1146073" y="1650174"/>
                  </a:lnTo>
                  <a:lnTo>
                    <a:pt x="1148041" y="1649018"/>
                  </a:lnTo>
                  <a:lnTo>
                    <a:pt x="1150366" y="1649018"/>
                  </a:lnTo>
                  <a:lnTo>
                    <a:pt x="1152131" y="1647177"/>
                  </a:lnTo>
                  <a:lnTo>
                    <a:pt x="1152131" y="1642681"/>
                  </a:lnTo>
                  <a:close/>
                </a:path>
                <a:path w="2494915" h="1709420">
                  <a:moveTo>
                    <a:pt x="1184770" y="1642681"/>
                  </a:moveTo>
                  <a:lnTo>
                    <a:pt x="1182928" y="1640852"/>
                  </a:lnTo>
                  <a:lnTo>
                    <a:pt x="1178433" y="1640852"/>
                  </a:lnTo>
                  <a:lnTo>
                    <a:pt x="1176591" y="1642681"/>
                  </a:lnTo>
                  <a:lnTo>
                    <a:pt x="1176591" y="1644929"/>
                  </a:lnTo>
                  <a:lnTo>
                    <a:pt x="1174623" y="1644929"/>
                  </a:lnTo>
                  <a:lnTo>
                    <a:pt x="1174686" y="1646707"/>
                  </a:lnTo>
                  <a:lnTo>
                    <a:pt x="1175156" y="1647456"/>
                  </a:lnTo>
                  <a:lnTo>
                    <a:pt x="1176248" y="1649425"/>
                  </a:lnTo>
                  <a:lnTo>
                    <a:pt x="1178699" y="1650111"/>
                  </a:lnTo>
                  <a:lnTo>
                    <a:pt x="1180680" y="1649018"/>
                  </a:lnTo>
                  <a:lnTo>
                    <a:pt x="1182928" y="1649018"/>
                  </a:lnTo>
                  <a:lnTo>
                    <a:pt x="1184770" y="1647177"/>
                  </a:lnTo>
                  <a:lnTo>
                    <a:pt x="1184770" y="1642681"/>
                  </a:lnTo>
                  <a:close/>
                </a:path>
                <a:path w="2494915" h="1709420">
                  <a:moveTo>
                    <a:pt x="1217472" y="1642681"/>
                  </a:moveTo>
                  <a:lnTo>
                    <a:pt x="1215631" y="1640852"/>
                  </a:lnTo>
                  <a:lnTo>
                    <a:pt x="1211135" y="1640852"/>
                  </a:lnTo>
                  <a:lnTo>
                    <a:pt x="1209294" y="1642681"/>
                  </a:lnTo>
                  <a:lnTo>
                    <a:pt x="1209294" y="1644929"/>
                  </a:lnTo>
                  <a:lnTo>
                    <a:pt x="1207452" y="1644929"/>
                  </a:lnTo>
                  <a:lnTo>
                    <a:pt x="1207312" y="1645754"/>
                  </a:lnTo>
                  <a:lnTo>
                    <a:pt x="1207452" y="1646567"/>
                  </a:lnTo>
                  <a:lnTo>
                    <a:pt x="1208951" y="1649298"/>
                  </a:lnTo>
                  <a:lnTo>
                    <a:pt x="1211402" y="1650047"/>
                  </a:lnTo>
                  <a:lnTo>
                    <a:pt x="1213383" y="1649018"/>
                  </a:lnTo>
                  <a:lnTo>
                    <a:pt x="1215631" y="1649018"/>
                  </a:lnTo>
                  <a:lnTo>
                    <a:pt x="1217472" y="1647177"/>
                  </a:lnTo>
                  <a:lnTo>
                    <a:pt x="1217472" y="1642681"/>
                  </a:lnTo>
                  <a:close/>
                </a:path>
                <a:path w="2494915" h="1709420">
                  <a:moveTo>
                    <a:pt x="1250238" y="1642681"/>
                  </a:moveTo>
                  <a:lnTo>
                    <a:pt x="1248397" y="1640852"/>
                  </a:lnTo>
                  <a:lnTo>
                    <a:pt x="1243838" y="1640852"/>
                  </a:lnTo>
                  <a:lnTo>
                    <a:pt x="1241996" y="1642681"/>
                  </a:lnTo>
                  <a:lnTo>
                    <a:pt x="1241996" y="1644929"/>
                  </a:lnTo>
                  <a:lnTo>
                    <a:pt x="1240218" y="1644929"/>
                  </a:lnTo>
                  <a:lnTo>
                    <a:pt x="1240294" y="1646504"/>
                  </a:lnTo>
                  <a:lnTo>
                    <a:pt x="1241590" y="1649018"/>
                  </a:lnTo>
                  <a:lnTo>
                    <a:pt x="1241653" y="1649158"/>
                  </a:lnTo>
                  <a:lnTo>
                    <a:pt x="1244104" y="1650047"/>
                  </a:lnTo>
                  <a:lnTo>
                    <a:pt x="1246149" y="1649018"/>
                  </a:lnTo>
                  <a:lnTo>
                    <a:pt x="1248460" y="1649018"/>
                  </a:lnTo>
                  <a:lnTo>
                    <a:pt x="1250238" y="1647177"/>
                  </a:lnTo>
                  <a:lnTo>
                    <a:pt x="1250238" y="1642681"/>
                  </a:lnTo>
                  <a:close/>
                </a:path>
                <a:path w="2494915" h="1709420">
                  <a:moveTo>
                    <a:pt x="1282865" y="1642681"/>
                  </a:moveTo>
                  <a:lnTo>
                    <a:pt x="1281036" y="1640852"/>
                  </a:lnTo>
                  <a:lnTo>
                    <a:pt x="1276540" y="1640852"/>
                  </a:lnTo>
                  <a:lnTo>
                    <a:pt x="1274699" y="1642681"/>
                  </a:lnTo>
                  <a:lnTo>
                    <a:pt x="1274699" y="1644929"/>
                  </a:lnTo>
                  <a:lnTo>
                    <a:pt x="1273060" y="1644929"/>
                  </a:lnTo>
                  <a:lnTo>
                    <a:pt x="1273124" y="1646301"/>
                  </a:lnTo>
                  <a:lnTo>
                    <a:pt x="1274318" y="1649018"/>
                  </a:lnTo>
                  <a:lnTo>
                    <a:pt x="1274457" y="1649018"/>
                  </a:lnTo>
                  <a:lnTo>
                    <a:pt x="1276743" y="1649907"/>
                  </a:lnTo>
                  <a:lnTo>
                    <a:pt x="1278788" y="1649018"/>
                  </a:lnTo>
                  <a:lnTo>
                    <a:pt x="1281036" y="1649018"/>
                  </a:lnTo>
                  <a:lnTo>
                    <a:pt x="1282865" y="1647177"/>
                  </a:lnTo>
                  <a:lnTo>
                    <a:pt x="1282865" y="1642681"/>
                  </a:lnTo>
                  <a:close/>
                </a:path>
                <a:path w="2494915" h="1709420">
                  <a:moveTo>
                    <a:pt x="1315567" y="1642681"/>
                  </a:moveTo>
                  <a:lnTo>
                    <a:pt x="1313738" y="1640852"/>
                  </a:lnTo>
                  <a:lnTo>
                    <a:pt x="1309230" y="1640852"/>
                  </a:lnTo>
                  <a:lnTo>
                    <a:pt x="1307401" y="1642681"/>
                  </a:lnTo>
                  <a:lnTo>
                    <a:pt x="1307401" y="1644929"/>
                  </a:lnTo>
                  <a:lnTo>
                    <a:pt x="1305826" y="1644929"/>
                  </a:lnTo>
                  <a:lnTo>
                    <a:pt x="1305902" y="1646224"/>
                  </a:lnTo>
                  <a:lnTo>
                    <a:pt x="1306169" y="1646770"/>
                  </a:lnTo>
                  <a:lnTo>
                    <a:pt x="1306982" y="1648891"/>
                  </a:lnTo>
                  <a:lnTo>
                    <a:pt x="1309446" y="1649907"/>
                  </a:lnTo>
                  <a:lnTo>
                    <a:pt x="1311490" y="1649018"/>
                  </a:lnTo>
                  <a:lnTo>
                    <a:pt x="1313738" y="1649018"/>
                  </a:lnTo>
                  <a:lnTo>
                    <a:pt x="1315567" y="1647177"/>
                  </a:lnTo>
                  <a:lnTo>
                    <a:pt x="1315567" y="1642681"/>
                  </a:lnTo>
                  <a:close/>
                </a:path>
                <a:path w="2494915" h="1709420">
                  <a:moveTo>
                    <a:pt x="1348270" y="1642681"/>
                  </a:moveTo>
                  <a:lnTo>
                    <a:pt x="1346428" y="1640852"/>
                  </a:lnTo>
                  <a:lnTo>
                    <a:pt x="1341932" y="1640852"/>
                  </a:lnTo>
                  <a:lnTo>
                    <a:pt x="1340104" y="1642681"/>
                  </a:lnTo>
                  <a:lnTo>
                    <a:pt x="1340104" y="1644929"/>
                  </a:lnTo>
                  <a:lnTo>
                    <a:pt x="1338668" y="1644929"/>
                  </a:lnTo>
                  <a:lnTo>
                    <a:pt x="1338668" y="1646097"/>
                  </a:lnTo>
                  <a:lnTo>
                    <a:pt x="1338935" y="1646707"/>
                  </a:lnTo>
                  <a:lnTo>
                    <a:pt x="1339761" y="1648815"/>
                  </a:lnTo>
                  <a:lnTo>
                    <a:pt x="1342072" y="1649844"/>
                  </a:lnTo>
                  <a:lnTo>
                    <a:pt x="1344180" y="1649018"/>
                  </a:lnTo>
                  <a:lnTo>
                    <a:pt x="1346428" y="1649018"/>
                  </a:lnTo>
                  <a:lnTo>
                    <a:pt x="1348270" y="1647177"/>
                  </a:lnTo>
                  <a:lnTo>
                    <a:pt x="1348270" y="1642681"/>
                  </a:lnTo>
                  <a:close/>
                </a:path>
                <a:path w="2494915" h="1709420">
                  <a:moveTo>
                    <a:pt x="1380972" y="1642681"/>
                  </a:moveTo>
                  <a:lnTo>
                    <a:pt x="1379131" y="1640852"/>
                  </a:lnTo>
                  <a:lnTo>
                    <a:pt x="1374635" y="1640852"/>
                  </a:lnTo>
                  <a:lnTo>
                    <a:pt x="1372793" y="1642681"/>
                  </a:lnTo>
                  <a:lnTo>
                    <a:pt x="1372793" y="1644929"/>
                  </a:lnTo>
                  <a:lnTo>
                    <a:pt x="1371511" y="1644929"/>
                  </a:lnTo>
                  <a:lnTo>
                    <a:pt x="1371574" y="1645958"/>
                  </a:lnTo>
                  <a:lnTo>
                    <a:pt x="1371714" y="1646428"/>
                  </a:lnTo>
                  <a:lnTo>
                    <a:pt x="1372463" y="1648612"/>
                  </a:lnTo>
                  <a:lnTo>
                    <a:pt x="1374775" y="1649768"/>
                  </a:lnTo>
                  <a:lnTo>
                    <a:pt x="1376883" y="1649018"/>
                  </a:lnTo>
                  <a:lnTo>
                    <a:pt x="1379131" y="1649018"/>
                  </a:lnTo>
                  <a:lnTo>
                    <a:pt x="1380972" y="1647177"/>
                  </a:lnTo>
                  <a:lnTo>
                    <a:pt x="1380972" y="1642681"/>
                  </a:lnTo>
                  <a:close/>
                </a:path>
                <a:path w="2494915" h="1709420">
                  <a:moveTo>
                    <a:pt x="1413675" y="1642681"/>
                  </a:moveTo>
                  <a:lnTo>
                    <a:pt x="1411833" y="1640852"/>
                  </a:lnTo>
                  <a:lnTo>
                    <a:pt x="1407337" y="1640852"/>
                  </a:lnTo>
                  <a:lnTo>
                    <a:pt x="1405496" y="1642681"/>
                  </a:lnTo>
                  <a:lnTo>
                    <a:pt x="1405496" y="1644929"/>
                  </a:lnTo>
                  <a:lnTo>
                    <a:pt x="1404277" y="1644929"/>
                  </a:lnTo>
                  <a:lnTo>
                    <a:pt x="1404340" y="1645881"/>
                  </a:lnTo>
                  <a:lnTo>
                    <a:pt x="1404480" y="1646364"/>
                  </a:lnTo>
                  <a:lnTo>
                    <a:pt x="1405166" y="1648472"/>
                  </a:lnTo>
                  <a:lnTo>
                    <a:pt x="1407477" y="1649704"/>
                  </a:lnTo>
                  <a:lnTo>
                    <a:pt x="1409585" y="1649018"/>
                  </a:lnTo>
                  <a:lnTo>
                    <a:pt x="1411833" y="1649018"/>
                  </a:lnTo>
                  <a:lnTo>
                    <a:pt x="1413675" y="1647177"/>
                  </a:lnTo>
                  <a:lnTo>
                    <a:pt x="1413675" y="1642681"/>
                  </a:lnTo>
                  <a:close/>
                </a:path>
                <a:path w="2494915" h="1709420">
                  <a:moveTo>
                    <a:pt x="1446377" y="1642681"/>
                  </a:moveTo>
                  <a:lnTo>
                    <a:pt x="1444536" y="1640852"/>
                  </a:lnTo>
                  <a:lnTo>
                    <a:pt x="1440040" y="1640852"/>
                  </a:lnTo>
                  <a:lnTo>
                    <a:pt x="1438198" y="1642681"/>
                  </a:lnTo>
                  <a:lnTo>
                    <a:pt x="1438198" y="1644929"/>
                  </a:lnTo>
                  <a:lnTo>
                    <a:pt x="1437043" y="1644929"/>
                  </a:lnTo>
                  <a:lnTo>
                    <a:pt x="1437106" y="1645818"/>
                  </a:lnTo>
                  <a:lnTo>
                    <a:pt x="1437246" y="1646224"/>
                  </a:lnTo>
                  <a:lnTo>
                    <a:pt x="1437855" y="1648409"/>
                  </a:lnTo>
                  <a:lnTo>
                    <a:pt x="1440103" y="1649641"/>
                  </a:lnTo>
                  <a:lnTo>
                    <a:pt x="1442288" y="1649018"/>
                  </a:lnTo>
                  <a:lnTo>
                    <a:pt x="1444536" y="1649018"/>
                  </a:lnTo>
                  <a:lnTo>
                    <a:pt x="1446377" y="1647177"/>
                  </a:lnTo>
                  <a:lnTo>
                    <a:pt x="1446377" y="1642681"/>
                  </a:lnTo>
                  <a:close/>
                </a:path>
                <a:path w="2494915" h="1709420">
                  <a:moveTo>
                    <a:pt x="1479080" y="1642681"/>
                  </a:moveTo>
                  <a:lnTo>
                    <a:pt x="1477238" y="1640852"/>
                  </a:lnTo>
                  <a:lnTo>
                    <a:pt x="1472742" y="1640852"/>
                  </a:lnTo>
                  <a:lnTo>
                    <a:pt x="1470901" y="1642681"/>
                  </a:lnTo>
                  <a:lnTo>
                    <a:pt x="1470901" y="1644929"/>
                  </a:lnTo>
                  <a:lnTo>
                    <a:pt x="1469948" y="1644929"/>
                  </a:lnTo>
                  <a:lnTo>
                    <a:pt x="1470012" y="1646021"/>
                  </a:lnTo>
                  <a:lnTo>
                    <a:pt x="1470634" y="1648206"/>
                  </a:lnTo>
                  <a:lnTo>
                    <a:pt x="1472806" y="1649564"/>
                  </a:lnTo>
                  <a:lnTo>
                    <a:pt x="1474990" y="1649018"/>
                  </a:lnTo>
                  <a:lnTo>
                    <a:pt x="1477238" y="1649018"/>
                  </a:lnTo>
                  <a:lnTo>
                    <a:pt x="1479080" y="1647177"/>
                  </a:lnTo>
                  <a:lnTo>
                    <a:pt x="1479080" y="1642681"/>
                  </a:lnTo>
                  <a:close/>
                </a:path>
                <a:path w="2494915" h="1709420">
                  <a:moveTo>
                    <a:pt x="1511782" y="1642681"/>
                  </a:moveTo>
                  <a:lnTo>
                    <a:pt x="1509941" y="1640852"/>
                  </a:lnTo>
                  <a:lnTo>
                    <a:pt x="1505445" y="1640852"/>
                  </a:lnTo>
                  <a:lnTo>
                    <a:pt x="1503603" y="1642681"/>
                  </a:lnTo>
                  <a:lnTo>
                    <a:pt x="1503603" y="1644929"/>
                  </a:lnTo>
                  <a:lnTo>
                    <a:pt x="1502714" y="1644929"/>
                  </a:lnTo>
                  <a:lnTo>
                    <a:pt x="1502791" y="1645881"/>
                  </a:lnTo>
                  <a:lnTo>
                    <a:pt x="1503337" y="1648129"/>
                  </a:lnTo>
                  <a:lnTo>
                    <a:pt x="1505508" y="1649501"/>
                  </a:lnTo>
                  <a:lnTo>
                    <a:pt x="1507693" y="1649018"/>
                  </a:lnTo>
                  <a:lnTo>
                    <a:pt x="1509941" y="1649018"/>
                  </a:lnTo>
                  <a:lnTo>
                    <a:pt x="1511782" y="1647177"/>
                  </a:lnTo>
                  <a:lnTo>
                    <a:pt x="1511782" y="1642681"/>
                  </a:lnTo>
                  <a:close/>
                </a:path>
                <a:path w="2494915" h="1709420">
                  <a:moveTo>
                    <a:pt x="1544548" y="1642681"/>
                  </a:moveTo>
                  <a:lnTo>
                    <a:pt x="1542707" y="1640852"/>
                  </a:lnTo>
                  <a:lnTo>
                    <a:pt x="1538147" y="1640852"/>
                  </a:lnTo>
                  <a:lnTo>
                    <a:pt x="1536306" y="1642681"/>
                  </a:lnTo>
                  <a:lnTo>
                    <a:pt x="1536306" y="1644929"/>
                  </a:lnTo>
                  <a:lnTo>
                    <a:pt x="1535493" y="1644929"/>
                  </a:lnTo>
                  <a:lnTo>
                    <a:pt x="1535557" y="1645818"/>
                  </a:lnTo>
                  <a:lnTo>
                    <a:pt x="1536026" y="1648066"/>
                  </a:lnTo>
                  <a:lnTo>
                    <a:pt x="1538211" y="1649425"/>
                  </a:lnTo>
                  <a:lnTo>
                    <a:pt x="1540459" y="1649018"/>
                  </a:lnTo>
                  <a:lnTo>
                    <a:pt x="1542770" y="1649018"/>
                  </a:lnTo>
                  <a:lnTo>
                    <a:pt x="1544548" y="1647177"/>
                  </a:lnTo>
                  <a:lnTo>
                    <a:pt x="1544548" y="1642681"/>
                  </a:lnTo>
                  <a:close/>
                </a:path>
                <a:path w="2494915" h="1709420">
                  <a:moveTo>
                    <a:pt x="1577174" y="1642681"/>
                  </a:moveTo>
                  <a:lnTo>
                    <a:pt x="1575346" y="1640852"/>
                  </a:lnTo>
                  <a:lnTo>
                    <a:pt x="1570850" y="1640852"/>
                  </a:lnTo>
                  <a:lnTo>
                    <a:pt x="1569008" y="1642681"/>
                  </a:lnTo>
                  <a:lnTo>
                    <a:pt x="1569008" y="1644929"/>
                  </a:lnTo>
                  <a:lnTo>
                    <a:pt x="1568386" y="1644929"/>
                  </a:lnTo>
                  <a:lnTo>
                    <a:pt x="1568386" y="1645615"/>
                  </a:lnTo>
                  <a:lnTo>
                    <a:pt x="1568678" y="1647177"/>
                  </a:lnTo>
                  <a:lnTo>
                    <a:pt x="1568805" y="1647863"/>
                  </a:lnTo>
                  <a:lnTo>
                    <a:pt x="1570850" y="1649361"/>
                  </a:lnTo>
                  <a:lnTo>
                    <a:pt x="1573098" y="1649018"/>
                  </a:lnTo>
                  <a:lnTo>
                    <a:pt x="1575346" y="1649018"/>
                  </a:lnTo>
                  <a:lnTo>
                    <a:pt x="1577174" y="1647177"/>
                  </a:lnTo>
                  <a:lnTo>
                    <a:pt x="1577174" y="1642681"/>
                  </a:lnTo>
                  <a:close/>
                </a:path>
                <a:path w="2494915" h="1709420">
                  <a:moveTo>
                    <a:pt x="1609877" y="1642681"/>
                  </a:moveTo>
                  <a:lnTo>
                    <a:pt x="1608048" y="1640852"/>
                  </a:lnTo>
                  <a:lnTo>
                    <a:pt x="1603540" y="1640852"/>
                  </a:lnTo>
                  <a:lnTo>
                    <a:pt x="1601711" y="1642681"/>
                  </a:lnTo>
                  <a:lnTo>
                    <a:pt x="1601711" y="1644929"/>
                  </a:lnTo>
                  <a:lnTo>
                    <a:pt x="1601165" y="1644929"/>
                  </a:lnTo>
                  <a:lnTo>
                    <a:pt x="1601165" y="1645551"/>
                  </a:lnTo>
                  <a:lnTo>
                    <a:pt x="1601406" y="1647177"/>
                  </a:lnTo>
                  <a:lnTo>
                    <a:pt x="1601508" y="1647799"/>
                  </a:lnTo>
                  <a:lnTo>
                    <a:pt x="1603540" y="1649361"/>
                  </a:lnTo>
                  <a:lnTo>
                    <a:pt x="1605800" y="1649018"/>
                  </a:lnTo>
                  <a:lnTo>
                    <a:pt x="1608048" y="1649018"/>
                  </a:lnTo>
                  <a:lnTo>
                    <a:pt x="1609877" y="1647177"/>
                  </a:lnTo>
                  <a:lnTo>
                    <a:pt x="1609877" y="1642681"/>
                  </a:lnTo>
                  <a:close/>
                </a:path>
                <a:path w="2494915" h="1709420">
                  <a:moveTo>
                    <a:pt x="1642656" y="1642681"/>
                  </a:moveTo>
                  <a:lnTo>
                    <a:pt x="1640814" y="1640852"/>
                  </a:lnTo>
                  <a:lnTo>
                    <a:pt x="1636242" y="1640852"/>
                  </a:lnTo>
                  <a:lnTo>
                    <a:pt x="1634413" y="1642681"/>
                  </a:lnTo>
                  <a:lnTo>
                    <a:pt x="1634413" y="1644929"/>
                  </a:lnTo>
                  <a:lnTo>
                    <a:pt x="1633931" y="1644929"/>
                  </a:lnTo>
                  <a:lnTo>
                    <a:pt x="1633931" y="1645475"/>
                  </a:lnTo>
                  <a:lnTo>
                    <a:pt x="1634147" y="1647177"/>
                  </a:lnTo>
                  <a:lnTo>
                    <a:pt x="1634197" y="1647659"/>
                  </a:lnTo>
                  <a:lnTo>
                    <a:pt x="1636242" y="1649298"/>
                  </a:lnTo>
                  <a:lnTo>
                    <a:pt x="1638566" y="1649018"/>
                  </a:lnTo>
                  <a:lnTo>
                    <a:pt x="1640878" y="1649018"/>
                  </a:lnTo>
                  <a:lnTo>
                    <a:pt x="1642656" y="1647177"/>
                  </a:lnTo>
                  <a:lnTo>
                    <a:pt x="1642656" y="1642681"/>
                  </a:lnTo>
                  <a:close/>
                </a:path>
                <a:path w="2494915" h="1709420">
                  <a:moveTo>
                    <a:pt x="1675282" y="1642681"/>
                  </a:moveTo>
                  <a:lnTo>
                    <a:pt x="1673440" y="1640852"/>
                  </a:lnTo>
                  <a:lnTo>
                    <a:pt x="1668945" y="1640852"/>
                  </a:lnTo>
                  <a:lnTo>
                    <a:pt x="1667103" y="1642681"/>
                  </a:lnTo>
                  <a:lnTo>
                    <a:pt x="1667103" y="1644929"/>
                  </a:lnTo>
                  <a:lnTo>
                    <a:pt x="1666773" y="1644929"/>
                  </a:lnTo>
                  <a:lnTo>
                    <a:pt x="1666836" y="1645272"/>
                  </a:lnTo>
                  <a:lnTo>
                    <a:pt x="1666951" y="1647177"/>
                  </a:lnTo>
                  <a:lnTo>
                    <a:pt x="1666976" y="1647520"/>
                  </a:lnTo>
                  <a:lnTo>
                    <a:pt x="1668780" y="1649018"/>
                  </a:lnTo>
                  <a:lnTo>
                    <a:pt x="1673440" y="1649018"/>
                  </a:lnTo>
                  <a:lnTo>
                    <a:pt x="1675282" y="1647177"/>
                  </a:lnTo>
                  <a:lnTo>
                    <a:pt x="1675282" y="1642681"/>
                  </a:lnTo>
                  <a:close/>
                </a:path>
                <a:path w="2494915" h="1709420">
                  <a:moveTo>
                    <a:pt x="1707984" y="1642681"/>
                  </a:moveTo>
                  <a:lnTo>
                    <a:pt x="1706143" y="1640852"/>
                  </a:lnTo>
                  <a:lnTo>
                    <a:pt x="1701647" y="1640852"/>
                  </a:lnTo>
                  <a:lnTo>
                    <a:pt x="1699806" y="1642681"/>
                  </a:lnTo>
                  <a:lnTo>
                    <a:pt x="1699742" y="1647456"/>
                  </a:lnTo>
                  <a:lnTo>
                    <a:pt x="1701495" y="1649018"/>
                  </a:lnTo>
                  <a:lnTo>
                    <a:pt x="1706143" y="1649018"/>
                  </a:lnTo>
                  <a:lnTo>
                    <a:pt x="1707984" y="1647177"/>
                  </a:lnTo>
                  <a:lnTo>
                    <a:pt x="1707984" y="1642681"/>
                  </a:lnTo>
                  <a:close/>
                </a:path>
                <a:path w="2494915" h="1709420">
                  <a:moveTo>
                    <a:pt x="1740750" y="1642681"/>
                  </a:moveTo>
                  <a:lnTo>
                    <a:pt x="1738985" y="1640852"/>
                  </a:lnTo>
                  <a:lnTo>
                    <a:pt x="1734350" y="1640852"/>
                  </a:lnTo>
                  <a:lnTo>
                    <a:pt x="1732508" y="1642681"/>
                  </a:lnTo>
                  <a:lnTo>
                    <a:pt x="1732508" y="1647456"/>
                  </a:lnTo>
                  <a:lnTo>
                    <a:pt x="1734261" y="1649018"/>
                  </a:lnTo>
                  <a:lnTo>
                    <a:pt x="1738985" y="1649018"/>
                  </a:lnTo>
                  <a:lnTo>
                    <a:pt x="1740750" y="1647177"/>
                  </a:lnTo>
                  <a:lnTo>
                    <a:pt x="1740750" y="1642681"/>
                  </a:lnTo>
                  <a:close/>
                </a:path>
                <a:path w="2494915" h="1709420">
                  <a:moveTo>
                    <a:pt x="1773389" y="1642681"/>
                  </a:moveTo>
                  <a:lnTo>
                    <a:pt x="1771548" y="1640852"/>
                  </a:lnTo>
                  <a:lnTo>
                    <a:pt x="1767052" y="1640852"/>
                  </a:lnTo>
                  <a:lnTo>
                    <a:pt x="1765211" y="1642681"/>
                  </a:lnTo>
                  <a:lnTo>
                    <a:pt x="1765211" y="1647177"/>
                  </a:lnTo>
                  <a:lnTo>
                    <a:pt x="1767052" y="1649018"/>
                  </a:lnTo>
                  <a:lnTo>
                    <a:pt x="1771548" y="1649018"/>
                  </a:lnTo>
                  <a:lnTo>
                    <a:pt x="1773389" y="1647177"/>
                  </a:lnTo>
                  <a:lnTo>
                    <a:pt x="1773389" y="1642681"/>
                  </a:lnTo>
                  <a:close/>
                </a:path>
                <a:path w="2494915" h="1709420">
                  <a:moveTo>
                    <a:pt x="1805952" y="1703451"/>
                  </a:moveTo>
                  <a:lnTo>
                    <a:pt x="1805889" y="1702981"/>
                  </a:lnTo>
                  <a:lnTo>
                    <a:pt x="1805686" y="1702498"/>
                  </a:lnTo>
                  <a:lnTo>
                    <a:pt x="1805343" y="1702028"/>
                  </a:lnTo>
                  <a:lnTo>
                    <a:pt x="1804936" y="1701685"/>
                  </a:lnTo>
                  <a:lnTo>
                    <a:pt x="1804187" y="1700936"/>
                  </a:lnTo>
                  <a:lnTo>
                    <a:pt x="1803222" y="1700530"/>
                  </a:lnTo>
                  <a:lnTo>
                    <a:pt x="1802142" y="1700453"/>
                  </a:lnTo>
                  <a:lnTo>
                    <a:pt x="1799894" y="1700453"/>
                  </a:lnTo>
                  <a:lnTo>
                    <a:pt x="1798053" y="1702295"/>
                  </a:lnTo>
                  <a:lnTo>
                    <a:pt x="1797977" y="1704543"/>
                  </a:lnTo>
                  <a:lnTo>
                    <a:pt x="1798053" y="1705635"/>
                  </a:lnTo>
                  <a:lnTo>
                    <a:pt x="1801977" y="1708696"/>
                  </a:lnTo>
                  <a:lnTo>
                    <a:pt x="1804047" y="1708632"/>
                  </a:lnTo>
                  <a:lnTo>
                    <a:pt x="1805889" y="1706791"/>
                  </a:lnTo>
                  <a:lnTo>
                    <a:pt x="1805889" y="1704543"/>
                  </a:lnTo>
                  <a:lnTo>
                    <a:pt x="1805952" y="1703997"/>
                  </a:lnTo>
                  <a:lnTo>
                    <a:pt x="1805952" y="1703451"/>
                  </a:lnTo>
                  <a:close/>
                </a:path>
                <a:path w="2494915" h="1709420">
                  <a:moveTo>
                    <a:pt x="1806155" y="1672386"/>
                  </a:moveTo>
                  <a:lnTo>
                    <a:pt x="1804454" y="1670545"/>
                  </a:lnTo>
                  <a:lnTo>
                    <a:pt x="1799894" y="1670545"/>
                  </a:lnTo>
                  <a:lnTo>
                    <a:pt x="1798053" y="1672386"/>
                  </a:lnTo>
                  <a:lnTo>
                    <a:pt x="1797977" y="1676882"/>
                  </a:lnTo>
                  <a:lnTo>
                    <a:pt x="1799818" y="1678660"/>
                  </a:lnTo>
                  <a:lnTo>
                    <a:pt x="1804390" y="1678660"/>
                  </a:lnTo>
                  <a:lnTo>
                    <a:pt x="1806155" y="1676882"/>
                  </a:lnTo>
                  <a:lnTo>
                    <a:pt x="1806155" y="1672386"/>
                  </a:lnTo>
                  <a:close/>
                </a:path>
                <a:path w="2494915" h="1709420">
                  <a:moveTo>
                    <a:pt x="1806219" y="1643570"/>
                  </a:moveTo>
                  <a:lnTo>
                    <a:pt x="1805749" y="1642554"/>
                  </a:lnTo>
                  <a:lnTo>
                    <a:pt x="1804936" y="1641805"/>
                  </a:lnTo>
                  <a:lnTo>
                    <a:pt x="1803361" y="1640230"/>
                  </a:lnTo>
                  <a:lnTo>
                    <a:pt x="1800847" y="1640230"/>
                  </a:lnTo>
                  <a:lnTo>
                    <a:pt x="1799209" y="1641805"/>
                  </a:lnTo>
                  <a:lnTo>
                    <a:pt x="1798459" y="1642554"/>
                  </a:lnTo>
                  <a:lnTo>
                    <a:pt x="1798053" y="1643570"/>
                  </a:lnTo>
                  <a:lnTo>
                    <a:pt x="1797977" y="1644662"/>
                  </a:lnTo>
                  <a:lnTo>
                    <a:pt x="1798053" y="1645754"/>
                  </a:lnTo>
                  <a:lnTo>
                    <a:pt x="1798459" y="1646847"/>
                  </a:lnTo>
                  <a:lnTo>
                    <a:pt x="1799209" y="1647596"/>
                  </a:lnTo>
                  <a:lnTo>
                    <a:pt x="1800021" y="1648345"/>
                  </a:lnTo>
                  <a:lnTo>
                    <a:pt x="1801050" y="1648752"/>
                  </a:lnTo>
                  <a:lnTo>
                    <a:pt x="1802066" y="1648752"/>
                  </a:lnTo>
                  <a:lnTo>
                    <a:pt x="1803158" y="1648752"/>
                  </a:lnTo>
                  <a:lnTo>
                    <a:pt x="1804187" y="1648345"/>
                  </a:lnTo>
                  <a:lnTo>
                    <a:pt x="1804936" y="1647596"/>
                  </a:lnTo>
                  <a:lnTo>
                    <a:pt x="1805749" y="1646847"/>
                  </a:lnTo>
                  <a:lnTo>
                    <a:pt x="1806155" y="1645754"/>
                  </a:lnTo>
                  <a:lnTo>
                    <a:pt x="1806155" y="1644662"/>
                  </a:lnTo>
                  <a:lnTo>
                    <a:pt x="1806219" y="1643570"/>
                  </a:lnTo>
                  <a:close/>
                </a:path>
                <a:path w="2494915" h="1709420">
                  <a:moveTo>
                    <a:pt x="2494508" y="1120355"/>
                  </a:moveTo>
                  <a:lnTo>
                    <a:pt x="2491143" y="1071041"/>
                  </a:lnTo>
                  <a:lnTo>
                    <a:pt x="2481288" y="1023404"/>
                  </a:lnTo>
                  <a:lnTo>
                    <a:pt x="2465324" y="978014"/>
                  </a:lnTo>
                  <a:lnTo>
                    <a:pt x="2443607" y="935380"/>
                  </a:lnTo>
                  <a:lnTo>
                    <a:pt x="2416505" y="896061"/>
                  </a:lnTo>
                  <a:lnTo>
                    <a:pt x="2384412" y="860590"/>
                  </a:lnTo>
                  <a:lnTo>
                    <a:pt x="2347684" y="829500"/>
                  </a:lnTo>
                  <a:lnTo>
                    <a:pt x="2306675" y="803338"/>
                  </a:lnTo>
                  <a:lnTo>
                    <a:pt x="2261793" y="782510"/>
                  </a:lnTo>
                  <a:lnTo>
                    <a:pt x="2259177" y="735634"/>
                  </a:lnTo>
                  <a:lnTo>
                    <a:pt x="2252281" y="690041"/>
                  </a:lnTo>
                  <a:lnTo>
                    <a:pt x="2241296" y="645922"/>
                  </a:lnTo>
                  <a:lnTo>
                    <a:pt x="2226437" y="603504"/>
                  </a:lnTo>
                  <a:lnTo>
                    <a:pt x="2207882" y="562965"/>
                  </a:lnTo>
                  <a:lnTo>
                    <a:pt x="2185860" y="524510"/>
                  </a:lnTo>
                  <a:lnTo>
                    <a:pt x="2160549" y="488353"/>
                  </a:lnTo>
                  <a:lnTo>
                    <a:pt x="2132177" y="454672"/>
                  </a:lnTo>
                  <a:lnTo>
                    <a:pt x="2100935" y="423697"/>
                  </a:lnTo>
                  <a:lnTo>
                    <a:pt x="2067026" y="395605"/>
                  </a:lnTo>
                  <a:lnTo>
                    <a:pt x="2030653" y="370598"/>
                  </a:lnTo>
                  <a:lnTo>
                    <a:pt x="1992020" y="348894"/>
                  </a:lnTo>
                  <a:lnTo>
                    <a:pt x="1951316" y="330695"/>
                  </a:lnTo>
                  <a:lnTo>
                    <a:pt x="1908771" y="316179"/>
                  </a:lnTo>
                  <a:lnTo>
                    <a:pt x="1864575" y="305562"/>
                  </a:lnTo>
                  <a:lnTo>
                    <a:pt x="1818919" y="299046"/>
                  </a:lnTo>
                  <a:lnTo>
                    <a:pt x="1772031" y="296837"/>
                  </a:lnTo>
                  <a:lnTo>
                    <a:pt x="1569681" y="296837"/>
                  </a:lnTo>
                  <a:lnTo>
                    <a:pt x="1543748" y="255714"/>
                  </a:lnTo>
                  <a:lnTo>
                    <a:pt x="1514817" y="217220"/>
                  </a:lnTo>
                  <a:lnTo>
                    <a:pt x="1483093" y="181457"/>
                  </a:lnTo>
                  <a:lnTo>
                    <a:pt x="1448765" y="148539"/>
                  </a:lnTo>
                  <a:lnTo>
                    <a:pt x="1412049" y="118605"/>
                  </a:lnTo>
                  <a:lnTo>
                    <a:pt x="1373149" y="91744"/>
                  </a:lnTo>
                  <a:lnTo>
                    <a:pt x="1332255" y="68097"/>
                  </a:lnTo>
                  <a:lnTo>
                    <a:pt x="1289583" y="47764"/>
                  </a:lnTo>
                  <a:lnTo>
                    <a:pt x="1245323" y="30873"/>
                  </a:lnTo>
                  <a:lnTo>
                    <a:pt x="1199680" y="17526"/>
                  </a:lnTo>
                  <a:lnTo>
                    <a:pt x="1152855" y="7861"/>
                  </a:lnTo>
                  <a:lnTo>
                    <a:pt x="1105052" y="1981"/>
                  </a:lnTo>
                  <a:lnTo>
                    <a:pt x="1056487" y="0"/>
                  </a:lnTo>
                  <a:lnTo>
                    <a:pt x="663117" y="0"/>
                  </a:lnTo>
                  <a:lnTo>
                    <a:pt x="663117" y="150152"/>
                  </a:lnTo>
                  <a:lnTo>
                    <a:pt x="625157" y="187121"/>
                  </a:lnTo>
                  <a:lnTo>
                    <a:pt x="590829" y="227126"/>
                  </a:lnTo>
                  <a:lnTo>
                    <a:pt x="560260" y="269913"/>
                  </a:lnTo>
                  <a:lnTo>
                    <a:pt x="533641" y="315188"/>
                  </a:lnTo>
                  <a:lnTo>
                    <a:pt x="511124" y="362712"/>
                  </a:lnTo>
                  <a:lnTo>
                    <a:pt x="492861" y="412178"/>
                  </a:lnTo>
                  <a:lnTo>
                    <a:pt x="479031" y="463334"/>
                  </a:lnTo>
                  <a:lnTo>
                    <a:pt x="430199" y="468579"/>
                  </a:lnTo>
                  <a:lnTo>
                    <a:pt x="382930" y="478243"/>
                  </a:lnTo>
                  <a:lnTo>
                    <a:pt x="337464" y="492125"/>
                  </a:lnTo>
                  <a:lnTo>
                    <a:pt x="293966" y="509993"/>
                  </a:lnTo>
                  <a:lnTo>
                    <a:pt x="252666" y="531622"/>
                  </a:lnTo>
                  <a:lnTo>
                    <a:pt x="213753" y="556768"/>
                  </a:lnTo>
                  <a:lnTo>
                    <a:pt x="177419" y="585241"/>
                  </a:lnTo>
                  <a:lnTo>
                    <a:pt x="143878" y="616775"/>
                  </a:lnTo>
                  <a:lnTo>
                    <a:pt x="113322" y="651179"/>
                  </a:lnTo>
                  <a:lnTo>
                    <a:pt x="85966" y="688213"/>
                  </a:lnTo>
                  <a:lnTo>
                    <a:pt x="61988" y="727633"/>
                  </a:lnTo>
                  <a:lnTo>
                    <a:pt x="41605" y="769251"/>
                  </a:lnTo>
                  <a:lnTo>
                    <a:pt x="25019" y="812812"/>
                  </a:lnTo>
                  <a:lnTo>
                    <a:pt x="12420" y="858100"/>
                  </a:lnTo>
                  <a:lnTo>
                    <a:pt x="4013" y="904900"/>
                  </a:lnTo>
                  <a:lnTo>
                    <a:pt x="0" y="952969"/>
                  </a:lnTo>
                  <a:lnTo>
                    <a:pt x="584" y="1002080"/>
                  </a:lnTo>
                  <a:lnTo>
                    <a:pt x="5537" y="1049121"/>
                  </a:lnTo>
                  <a:lnTo>
                    <a:pt x="14630" y="1094740"/>
                  </a:lnTo>
                  <a:lnTo>
                    <a:pt x="27647" y="1138745"/>
                  </a:lnTo>
                  <a:lnTo>
                    <a:pt x="44399" y="1180947"/>
                  </a:lnTo>
                  <a:lnTo>
                    <a:pt x="64693" y="1221168"/>
                  </a:lnTo>
                  <a:lnTo>
                    <a:pt x="88328" y="1259230"/>
                  </a:lnTo>
                  <a:lnTo>
                    <a:pt x="115100" y="1294917"/>
                  </a:lnTo>
                  <a:lnTo>
                    <a:pt x="144805" y="1328077"/>
                  </a:lnTo>
                  <a:lnTo>
                    <a:pt x="177266" y="1358506"/>
                  </a:lnTo>
                  <a:lnTo>
                    <a:pt x="212267" y="1386014"/>
                  </a:lnTo>
                  <a:lnTo>
                    <a:pt x="249605" y="1410436"/>
                  </a:lnTo>
                  <a:lnTo>
                    <a:pt x="289102" y="1431556"/>
                  </a:lnTo>
                  <a:lnTo>
                    <a:pt x="330555" y="1449222"/>
                  </a:lnTo>
                  <a:lnTo>
                    <a:pt x="373748" y="1463217"/>
                  </a:lnTo>
                  <a:lnTo>
                    <a:pt x="418503" y="1473377"/>
                  </a:lnTo>
                  <a:lnTo>
                    <a:pt x="464604" y="1479511"/>
                  </a:lnTo>
                  <a:lnTo>
                    <a:pt x="511873" y="1481429"/>
                  </a:lnTo>
                  <a:lnTo>
                    <a:pt x="2133168" y="1481429"/>
                  </a:lnTo>
                  <a:lnTo>
                    <a:pt x="2182177" y="1478153"/>
                  </a:lnTo>
                  <a:lnTo>
                    <a:pt x="2229193" y="1468564"/>
                  </a:lnTo>
                  <a:lnTo>
                    <a:pt x="2273770" y="1453095"/>
                  </a:lnTo>
                  <a:lnTo>
                    <a:pt x="2315489" y="1432179"/>
                  </a:lnTo>
                  <a:lnTo>
                    <a:pt x="2353919" y="1406245"/>
                  </a:lnTo>
                  <a:lnTo>
                    <a:pt x="2388616" y="1375714"/>
                  </a:lnTo>
                  <a:lnTo>
                    <a:pt x="2419172" y="1341043"/>
                  </a:lnTo>
                  <a:lnTo>
                    <a:pt x="2445131" y="1302639"/>
                  </a:lnTo>
                  <a:lnTo>
                    <a:pt x="2466073" y="1260932"/>
                  </a:lnTo>
                  <a:lnTo>
                    <a:pt x="2481580" y="1216367"/>
                  </a:lnTo>
                  <a:lnTo>
                    <a:pt x="2491194" y="1169365"/>
                  </a:lnTo>
                  <a:lnTo>
                    <a:pt x="2494508" y="1120355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82440" y="1554678"/>
              <a:ext cx="2494915" cy="1481455"/>
            </a:xfrm>
            <a:custGeom>
              <a:avLst/>
              <a:gdLst/>
              <a:ahLst/>
              <a:cxnLst/>
              <a:rect l="l" t="t" r="r" b="b"/>
              <a:pathLst>
                <a:path w="2494915" h="1481455">
                  <a:moveTo>
                    <a:pt x="1056486" y="0"/>
                  </a:moveTo>
                  <a:lnTo>
                    <a:pt x="663119" y="0"/>
                  </a:lnTo>
                  <a:lnTo>
                    <a:pt x="663119" y="150152"/>
                  </a:lnTo>
                  <a:lnTo>
                    <a:pt x="625164" y="187121"/>
                  </a:lnTo>
                  <a:lnTo>
                    <a:pt x="590825" y="227131"/>
                  </a:lnTo>
                  <a:lnTo>
                    <a:pt x="560264" y="269912"/>
                  </a:lnTo>
                  <a:lnTo>
                    <a:pt x="533643" y="315193"/>
                  </a:lnTo>
                  <a:lnTo>
                    <a:pt x="511123" y="362704"/>
                  </a:lnTo>
                  <a:lnTo>
                    <a:pt x="492868" y="412174"/>
                  </a:lnTo>
                  <a:lnTo>
                    <a:pt x="479039" y="463333"/>
                  </a:lnTo>
                  <a:lnTo>
                    <a:pt x="430195" y="468571"/>
                  </a:lnTo>
                  <a:lnTo>
                    <a:pt x="382936" y="478244"/>
                  </a:lnTo>
                  <a:lnTo>
                    <a:pt x="337461" y="492126"/>
                  </a:lnTo>
                  <a:lnTo>
                    <a:pt x="293971" y="509992"/>
                  </a:lnTo>
                  <a:lnTo>
                    <a:pt x="252668" y="531616"/>
                  </a:lnTo>
                  <a:lnTo>
                    <a:pt x="213751" y="556772"/>
                  </a:lnTo>
                  <a:lnTo>
                    <a:pt x="177421" y="585234"/>
                  </a:lnTo>
                  <a:lnTo>
                    <a:pt x="143880" y="616778"/>
                  </a:lnTo>
                  <a:lnTo>
                    <a:pt x="113327" y="651176"/>
                  </a:lnTo>
                  <a:lnTo>
                    <a:pt x="85964" y="688205"/>
                  </a:lnTo>
                  <a:lnTo>
                    <a:pt x="61991" y="727638"/>
                  </a:lnTo>
                  <a:lnTo>
                    <a:pt x="41608" y="769249"/>
                  </a:lnTo>
                  <a:lnTo>
                    <a:pt x="25017" y="812813"/>
                  </a:lnTo>
                  <a:lnTo>
                    <a:pt x="12418" y="858104"/>
                  </a:lnTo>
                  <a:lnTo>
                    <a:pt x="4012" y="904896"/>
                  </a:lnTo>
                  <a:lnTo>
                    <a:pt x="0" y="952965"/>
                  </a:lnTo>
                  <a:lnTo>
                    <a:pt x="581" y="1002083"/>
                  </a:lnTo>
                  <a:lnTo>
                    <a:pt x="5538" y="1049125"/>
                  </a:lnTo>
                  <a:lnTo>
                    <a:pt x="14626" y="1094741"/>
                  </a:lnTo>
                  <a:lnTo>
                    <a:pt x="27647" y="1138744"/>
                  </a:lnTo>
                  <a:lnTo>
                    <a:pt x="44403" y="1180950"/>
                  </a:lnTo>
                  <a:lnTo>
                    <a:pt x="64696" y="1221171"/>
                  </a:lnTo>
                  <a:lnTo>
                    <a:pt x="88326" y="1259223"/>
                  </a:lnTo>
                  <a:lnTo>
                    <a:pt x="115096" y="1294919"/>
                  </a:lnTo>
                  <a:lnTo>
                    <a:pt x="144808" y="1328073"/>
                  </a:lnTo>
                  <a:lnTo>
                    <a:pt x="177264" y="1358501"/>
                  </a:lnTo>
                  <a:lnTo>
                    <a:pt x="212264" y="1386014"/>
                  </a:lnTo>
                  <a:lnTo>
                    <a:pt x="249612" y="1410429"/>
                  </a:lnTo>
                  <a:lnTo>
                    <a:pt x="289108" y="1431559"/>
                  </a:lnTo>
                  <a:lnTo>
                    <a:pt x="330554" y="1449218"/>
                  </a:lnTo>
                  <a:lnTo>
                    <a:pt x="373752" y="1463220"/>
                  </a:lnTo>
                  <a:lnTo>
                    <a:pt x="418504" y="1473379"/>
                  </a:lnTo>
                  <a:lnTo>
                    <a:pt x="464611" y="1479510"/>
                  </a:lnTo>
                  <a:lnTo>
                    <a:pt x="511876" y="1481427"/>
                  </a:lnTo>
                  <a:lnTo>
                    <a:pt x="2133169" y="1481427"/>
                  </a:lnTo>
                  <a:lnTo>
                    <a:pt x="2182181" y="1478146"/>
                  </a:lnTo>
                  <a:lnTo>
                    <a:pt x="2229193" y="1468557"/>
                  </a:lnTo>
                  <a:lnTo>
                    <a:pt x="2273774" y="1453089"/>
                  </a:lnTo>
                  <a:lnTo>
                    <a:pt x="2315493" y="1432173"/>
                  </a:lnTo>
                  <a:lnTo>
                    <a:pt x="2353918" y="1406240"/>
                  </a:lnTo>
                  <a:lnTo>
                    <a:pt x="2388621" y="1375719"/>
                  </a:lnTo>
                  <a:lnTo>
                    <a:pt x="2419168" y="1341041"/>
                  </a:lnTo>
                  <a:lnTo>
                    <a:pt x="2445131" y="1302636"/>
                  </a:lnTo>
                  <a:lnTo>
                    <a:pt x="2466078" y="1260934"/>
                  </a:lnTo>
                  <a:lnTo>
                    <a:pt x="2481578" y="1216366"/>
                  </a:lnTo>
                  <a:lnTo>
                    <a:pt x="2491201" y="1169362"/>
                  </a:lnTo>
                  <a:lnTo>
                    <a:pt x="2494516" y="1120352"/>
                  </a:lnTo>
                  <a:lnTo>
                    <a:pt x="2491149" y="1071035"/>
                  </a:lnTo>
                  <a:lnTo>
                    <a:pt x="2481294" y="1023407"/>
                  </a:lnTo>
                  <a:lnTo>
                    <a:pt x="2465322" y="978009"/>
                  </a:lnTo>
                  <a:lnTo>
                    <a:pt x="2443604" y="935380"/>
                  </a:lnTo>
                  <a:lnTo>
                    <a:pt x="2416511" y="896059"/>
                  </a:lnTo>
                  <a:lnTo>
                    <a:pt x="2384412" y="860586"/>
                  </a:lnTo>
                  <a:lnTo>
                    <a:pt x="2347679" y="829499"/>
                  </a:lnTo>
                  <a:lnTo>
                    <a:pt x="2306683" y="803340"/>
                  </a:lnTo>
                  <a:lnTo>
                    <a:pt x="2261793" y="782509"/>
                  </a:lnTo>
                  <a:lnTo>
                    <a:pt x="2259184" y="735631"/>
                  </a:lnTo>
                  <a:lnTo>
                    <a:pt x="2252286" y="690036"/>
                  </a:lnTo>
                  <a:lnTo>
                    <a:pt x="2241301" y="645925"/>
                  </a:lnTo>
                  <a:lnTo>
                    <a:pt x="2226433" y="603500"/>
                  </a:lnTo>
                  <a:lnTo>
                    <a:pt x="2207883" y="562961"/>
                  </a:lnTo>
                  <a:lnTo>
                    <a:pt x="2185856" y="524509"/>
                  </a:lnTo>
                  <a:lnTo>
                    <a:pt x="2160554" y="488346"/>
                  </a:lnTo>
                  <a:lnTo>
                    <a:pt x="2132179" y="454673"/>
                  </a:lnTo>
                  <a:lnTo>
                    <a:pt x="2100936" y="423690"/>
                  </a:lnTo>
                  <a:lnTo>
                    <a:pt x="2067025" y="395600"/>
                  </a:lnTo>
                  <a:lnTo>
                    <a:pt x="2030651" y="370602"/>
                  </a:lnTo>
                  <a:lnTo>
                    <a:pt x="1992016" y="348899"/>
                  </a:lnTo>
                  <a:lnTo>
                    <a:pt x="1951323" y="330690"/>
                  </a:lnTo>
                  <a:lnTo>
                    <a:pt x="1908774" y="316178"/>
                  </a:lnTo>
                  <a:lnTo>
                    <a:pt x="1864573" y="305563"/>
                  </a:lnTo>
                  <a:lnTo>
                    <a:pt x="1818923" y="299047"/>
                  </a:lnTo>
                  <a:lnTo>
                    <a:pt x="1772026" y="296830"/>
                  </a:lnTo>
                  <a:lnTo>
                    <a:pt x="1569688" y="296830"/>
                  </a:lnTo>
                  <a:lnTo>
                    <a:pt x="1543753" y="255714"/>
                  </a:lnTo>
                  <a:lnTo>
                    <a:pt x="1514821" y="217217"/>
                  </a:lnTo>
                  <a:lnTo>
                    <a:pt x="1483092" y="181454"/>
                  </a:lnTo>
                  <a:lnTo>
                    <a:pt x="1448769" y="148543"/>
                  </a:lnTo>
                  <a:lnTo>
                    <a:pt x="1412055" y="118602"/>
                  </a:lnTo>
                  <a:lnTo>
                    <a:pt x="1373151" y="91746"/>
                  </a:lnTo>
                  <a:lnTo>
                    <a:pt x="1332260" y="68094"/>
                  </a:lnTo>
                  <a:lnTo>
                    <a:pt x="1289583" y="47762"/>
                  </a:lnTo>
                  <a:lnTo>
                    <a:pt x="1245322" y="30867"/>
                  </a:lnTo>
                  <a:lnTo>
                    <a:pt x="1199680" y="17526"/>
                  </a:lnTo>
                  <a:lnTo>
                    <a:pt x="1152858" y="7857"/>
                  </a:lnTo>
                  <a:lnTo>
                    <a:pt x="1105060" y="1975"/>
                  </a:lnTo>
                  <a:lnTo>
                    <a:pt x="1056486" y="0"/>
                  </a:lnTo>
                  <a:close/>
                </a:path>
              </a:pathLst>
            </a:custGeom>
            <a:solidFill>
              <a:srgbClr val="FFFFFF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84536" y="1554623"/>
              <a:ext cx="2498725" cy="1482090"/>
            </a:xfrm>
            <a:custGeom>
              <a:avLst/>
              <a:gdLst/>
              <a:ahLst/>
              <a:cxnLst/>
              <a:rect l="l" t="t" r="r" b="b"/>
              <a:pathLst>
                <a:path w="2498725" h="1482089">
                  <a:moveTo>
                    <a:pt x="1074313" y="0"/>
                  </a:moveTo>
                  <a:lnTo>
                    <a:pt x="1028331" y="669"/>
                  </a:lnTo>
                  <a:lnTo>
                    <a:pt x="982239" y="4968"/>
                  </a:lnTo>
                  <a:lnTo>
                    <a:pt x="936241" y="12967"/>
                  </a:lnTo>
                  <a:lnTo>
                    <a:pt x="890540" y="24737"/>
                  </a:lnTo>
                  <a:lnTo>
                    <a:pt x="845340" y="40348"/>
                  </a:lnTo>
                  <a:lnTo>
                    <a:pt x="800845" y="59870"/>
                  </a:lnTo>
                  <a:lnTo>
                    <a:pt x="757814" y="83113"/>
                  </a:lnTo>
                  <a:lnTo>
                    <a:pt x="717153" y="109609"/>
                  </a:lnTo>
                  <a:lnTo>
                    <a:pt x="679012" y="139169"/>
                  </a:lnTo>
                  <a:lnTo>
                    <a:pt x="643539" y="171603"/>
                  </a:lnTo>
                  <a:lnTo>
                    <a:pt x="610885" y="206724"/>
                  </a:lnTo>
                  <a:lnTo>
                    <a:pt x="581201" y="244341"/>
                  </a:lnTo>
                  <a:lnTo>
                    <a:pt x="554634" y="284265"/>
                  </a:lnTo>
                  <a:lnTo>
                    <a:pt x="531337" y="326307"/>
                  </a:lnTo>
                  <a:lnTo>
                    <a:pt x="511458" y="370279"/>
                  </a:lnTo>
                  <a:lnTo>
                    <a:pt x="495147" y="415990"/>
                  </a:lnTo>
                  <a:lnTo>
                    <a:pt x="482554" y="463252"/>
                  </a:lnTo>
                  <a:lnTo>
                    <a:pt x="433671" y="468124"/>
                  </a:lnTo>
                  <a:lnTo>
                    <a:pt x="386341" y="477444"/>
                  </a:lnTo>
                  <a:lnTo>
                    <a:pt x="340767" y="490990"/>
                  </a:lnTo>
                  <a:lnTo>
                    <a:pt x="297151" y="508535"/>
                  </a:lnTo>
                  <a:lnTo>
                    <a:pt x="255694" y="529856"/>
                  </a:lnTo>
                  <a:lnTo>
                    <a:pt x="216599" y="554728"/>
                  </a:lnTo>
                  <a:lnTo>
                    <a:pt x="180068" y="582927"/>
                  </a:lnTo>
                  <a:lnTo>
                    <a:pt x="146302" y="614228"/>
                  </a:lnTo>
                  <a:lnTo>
                    <a:pt x="115505" y="648408"/>
                  </a:lnTo>
                  <a:lnTo>
                    <a:pt x="87878" y="685241"/>
                  </a:lnTo>
                  <a:lnTo>
                    <a:pt x="63623" y="724504"/>
                  </a:lnTo>
                  <a:lnTo>
                    <a:pt x="42941" y="765971"/>
                  </a:lnTo>
                  <a:lnTo>
                    <a:pt x="26037" y="809419"/>
                  </a:lnTo>
                  <a:lnTo>
                    <a:pt x="13110" y="854623"/>
                  </a:lnTo>
                  <a:lnTo>
                    <a:pt x="4363" y="901359"/>
                  </a:lnTo>
                  <a:lnTo>
                    <a:pt x="0" y="949402"/>
                  </a:lnTo>
                  <a:lnTo>
                    <a:pt x="220" y="998528"/>
                  </a:lnTo>
                  <a:lnTo>
                    <a:pt x="4913" y="1046118"/>
                  </a:lnTo>
                  <a:lnTo>
                    <a:pt x="13834" y="1092269"/>
                  </a:lnTo>
                  <a:lnTo>
                    <a:pt x="26780" y="1136790"/>
                  </a:lnTo>
                  <a:lnTo>
                    <a:pt x="43545" y="1179487"/>
                  </a:lnTo>
                  <a:lnTo>
                    <a:pt x="63925" y="1220171"/>
                  </a:lnTo>
                  <a:lnTo>
                    <a:pt x="87715" y="1258648"/>
                  </a:lnTo>
                  <a:lnTo>
                    <a:pt x="114712" y="1294728"/>
                  </a:lnTo>
                  <a:lnTo>
                    <a:pt x="144710" y="1328219"/>
                  </a:lnTo>
                  <a:lnTo>
                    <a:pt x="177505" y="1358928"/>
                  </a:lnTo>
                  <a:lnTo>
                    <a:pt x="212892" y="1386665"/>
                  </a:lnTo>
                  <a:lnTo>
                    <a:pt x="250666" y="1411237"/>
                  </a:lnTo>
                  <a:lnTo>
                    <a:pt x="290625" y="1432453"/>
                  </a:lnTo>
                  <a:lnTo>
                    <a:pt x="332561" y="1450121"/>
                  </a:lnTo>
                  <a:lnTo>
                    <a:pt x="376272" y="1464050"/>
                  </a:lnTo>
                  <a:lnTo>
                    <a:pt x="421553" y="1474047"/>
                  </a:lnTo>
                  <a:lnTo>
                    <a:pt x="468199" y="1479922"/>
                  </a:lnTo>
                  <a:lnTo>
                    <a:pt x="516005" y="1481482"/>
                  </a:lnTo>
                  <a:lnTo>
                    <a:pt x="2137297" y="1481482"/>
                  </a:lnTo>
                  <a:lnTo>
                    <a:pt x="2186309" y="1478201"/>
                  </a:lnTo>
                  <a:lnTo>
                    <a:pt x="2233317" y="1468612"/>
                  </a:lnTo>
                  <a:lnTo>
                    <a:pt x="2277892" y="1453144"/>
                  </a:lnTo>
                  <a:lnTo>
                    <a:pt x="2319603" y="1432228"/>
                  </a:lnTo>
                  <a:lnTo>
                    <a:pt x="2358021" y="1406295"/>
                  </a:lnTo>
                  <a:lnTo>
                    <a:pt x="2392715" y="1375774"/>
                  </a:lnTo>
                  <a:lnTo>
                    <a:pt x="2423254" y="1341096"/>
                  </a:lnTo>
                  <a:lnTo>
                    <a:pt x="2449209" y="1302691"/>
                  </a:lnTo>
                  <a:lnTo>
                    <a:pt x="2470149" y="1260989"/>
                  </a:lnTo>
                  <a:lnTo>
                    <a:pt x="2485644" y="1216421"/>
                  </a:lnTo>
                  <a:lnTo>
                    <a:pt x="2495263" y="1169417"/>
                  </a:lnTo>
                  <a:lnTo>
                    <a:pt x="2498576" y="1120407"/>
                  </a:lnTo>
                  <a:lnTo>
                    <a:pt x="2495229" y="1071090"/>
                  </a:lnTo>
                  <a:lnTo>
                    <a:pt x="2485390" y="1023462"/>
                  </a:lnTo>
                  <a:lnTo>
                    <a:pt x="2469430" y="978064"/>
                  </a:lnTo>
                  <a:lnTo>
                    <a:pt x="2447721" y="935435"/>
                  </a:lnTo>
                  <a:lnTo>
                    <a:pt x="2420633" y="896114"/>
                  </a:lnTo>
                  <a:lnTo>
                    <a:pt x="2388538" y="860641"/>
                  </a:lnTo>
                  <a:lnTo>
                    <a:pt x="2351807" y="829554"/>
                  </a:lnTo>
                  <a:lnTo>
                    <a:pt x="2310811" y="803394"/>
                  </a:lnTo>
                  <a:lnTo>
                    <a:pt x="2265922" y="782564"/>
                  </a:lnTo>
                  <a:lnTo>
                    <a:pt x="2263275" y="735396"/>
                  </a:lnTo>
                  <a:lnTo>
                    <a:pt x="2256291" y="689535"/>
                  </a:lnTo>
                  <a:lnTo>
                    <a:pt x="2245177" y="645184"/>
                  </a:lnTo>
                  <a:lnTo>
                    <a:pt x="2230140" y="602547"/>
                  </a:lnTo>
                  <a:lnTo>
                    <a:pt x="2211386" y="561827"/>
                  </a:lnTo>
                  <a:lnTo>
                    <a:pt x="2189123" y="523226"/>
                  </a:lnTo>
                  <a:lnTo>
                    <a:pt x="2163559" y="486950"/>
                  </a:lnTo>
                  <a:lnTo>
                    <a:pt x="2134899" y="453201"/>
                  </a:lnTo>
                  <a:lnTo>
                    <a:pt x="2103352" y="422183"/>
                  </a:lnTo>
                  <a:lnTo>
                    <a:pt x="2069124" y="394098"/>
                  </a:lnTo>
                  <a:lnTo>
                    <a:pt x="2032422" y="369151"/>
                  </a:lnTo>
                  <a:lnTo>
                    <a:pt x="1993454" y="347545"/>
                  </a:lnTo>
                  <a:lnTo>
                    <a:pt x="1952426" y="329483"/>
                  </a:lnTo>
                  <a:lnTo>
                    <a:pt x="1909546" y="315170"/>
                  </a:lnTo>
                  <a:lnTo>
                    <a:pt x="1865021" y="304807"/>
                  </a:lnTo>
                  <a:lnTo>
                    <a:pt x="1819057" y="298599"/>
                  </a:lnTo>
                  <a:lnTo>
                    <a:pt x="1771863" y="296749"/>
                  </a:lnTo>
                  <a:lnTo>
                    <a:pt x="1725890" y="299318"/>
                  </a:lnTo>
                  <a:lnTo>
                    <a:pt x="1680453" y="306167"/>
                  </a:lnTo>
                  <a:lnTo>
                    <a:pt x="1635859" y="317231"/>
                  </a:lnTo>
                  <a:lnTo>
                    <a:pt x="1592415" y="332447"/>
                  </a:lnTo>
                  <a:lnTo>
                    <a:pt x="1569366" y="289672"/>
                  </a:lnTo>
                  <a:lnTo>
                    <a:pt x="1543353" y="249544"/>
                  </a:lnTo>
                  <a:lnTo>
                    <a:pt x="1514583" y="212132"/>
                  </a:lnTo>
                  <a:lnTo>
                    <a:pt x="1483258" y="177507"/>
                  </a:lnTo>
                  <a:lnTo>
                    <a:pt x="1449581" y="145739"/>
                  </a:lnTo>
                  <a:lnTo>
                    <a:pt x="1413758" y="116899"/>
                  </a:lnTo>
                  <a:lnTo>
                    <a:pt x="1375991" y="91057"/>
                  </a:lnTo>
                  <a:lnTo>
                    <a:pt x="1336484" y="68282"/>
                  </a:lnTo>
                  <a:lnTo>
                    <a:pt x="1295441" y="48646"/>
                  </a:lnTo>
                  <a:lnTo>
                    <a:pt x="1253065" y="32219"/>
                  </a:lnTo>
                  <a:lnTo>
                    <a:pt x="1209561" y="19070"/>
                  </a:lnTo>
                  <a:lnTo>
                    <a:pt x="1165132" y="9271"/>
                  </a:lnTo>
                  <a:lnTo>
                    <a:pt x="1119981" y="2890"/>
                  </a:lnTo>
                  <a:lnTo>
                    <a:pt x="1074313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78640" y="1588700"/>
              <a:ext cx="2105025" cy="1447800"/>
            </a:xfrm>
            <a:custGeom>
              <a:avLst/>
              <a:gdLst/>
              <a:ahLst/>
              <a:cxnLst/>
              <a:rect l="l" t="t" r="r" b="b"/>
              <a:pathLst>
                <a:path w="2105025" h="1447800">
                  <a:moveTo>
                    <a:pt x="863725" y="0"/>
                  </a:moveTo>
                  <a:lnTo>
                    <a:pt x="800720" y="25929"/>
                  </a:lnTo>
                  <a:lnTo>
                    <a:pt x="757691" y="49155"/>
                  </a:lnTo>
                  <a:lnTo>
                    <a:pt x="717035" y="75636"/>
                  </a:lnTo>
                  <a:lnTo>
                    <a:pt x="678900" y="105184"/>
                  </a:lnTo>
                  <a:lnTo>
                    <a:pt x="643435" y="137608"/>
                  </a:lnTo>
                  <a:lnTo>
                    <a:pt x="610790" y="172719"/>
                  </a:lnTo>
                  <a:lnTo>
                    <a:pt x="581115" y="210327"/>
                  </a:lnTo>
                  <a:lnTo>
                    <a:pt x="554557" y="250241"/>
                  </a:lnTo>
                  <a:lnTo>
                    <a:pt x="531268" y="292273"/>
                  </a:lnTo>
                  <a:lnTo>
                    <a:pt x="511395" y="336233"/>
                  </a:lnTo>
                  <a:lnTo>
                    <a:pt x="495089" y="381929"/>
                  </a:lnTo>
                  <a:lnTo>
                    <a:pt x="482498" y="429174"/>
                  </a:lnTo>
                  <a:lnTo>
                    <a:pt x="433615" y="434058"/>
                  </a:lnTo>
                  <a:lnTo>
                    <a:pt x="386286" y="443388"/>
                  </a:lnTo>
                  <a:lnTo>
                    <a:pt x="340714" y="456942"/>
                  </a:lnTo>
                  <a:lnTo>
                    <a:pt x="297099" y="474495"/>
                  </a:lnTo>
                  <a:lnTo>
                    <a:pt x="255645" y="495823"/>
                  </a:lnTo>
                  <a:lnTo>
                    <a:pt x="216553" y="520700"/>
                  </a:lnTo>
                  <a:lnTo>
                    <a:pt x="180026" y="548904"/>
                  </a:lnTo>
                  <a:lnTo>
                    <a:pt x="146264" y="580209"/>
                  </a:lnTo>
                  <a:lnTo>
                    <a:pt x="115471" y="614392"/>
                  </a:lnTo>
                  <a:lnTo>
                    <a:pt x="87848" y="651227"/>
                  </a:lnTo>
                  <a:lnTo>
                    <a:pt x="63598" y="690491"/>
                  </a:lnTo>
                  <a:lnTo>
                    <a:pt x="42922" y="731960"/>
                  </a:lnTo>
                  <a:lnTo>
                    <a:pt x="26022" y="775409"/>
                  </a:lnTo>
                  <a:lnTo>
                    <a:pt x="13100" y="820613"/>
                  </a:lnTo>
                  <a:lnTo>
                    <a:pt x="4359" y="867349"/>
                  </a:lnTo>
                  <a:lnTo>
                    <a:pt x="0" y="915392"/>
                  </a:lnTo>
                  <a:lnTo>
                    <a:pt x="131" y="943987"/>
                  </a:lnTo>
                  <a:lnTo>
                    <a:pt x="4929" y="1012085"/>
                  </a:lnTo>
                  <a:lnTo>
                    <a:pt x="13856" y="1058212"/>
                  </a:lnTo>
                  <a:lnTo>
                    <a:pt x="26802" y="1102710"/>
                  </a:lnTo>
                  <a:lnTo>
                    <a:pt x="43563" y="1145386"/>
                  </a:lnTo>
                  <a:lnTo>
                    <a:pt x="63933" y="1186050"/>
                  </a:lnTo>
                  <a:lnTo>
                    <a:pt x="87711" y="1224510"/>
                  </a:lnTo>
                  <a:lnTo>
                    <a:pt x="114690" y="1260574"/>
                  </a:lnTo>
                  <a:lnTo>
                    <a:pt x="144667" y="1294052"/>
                  </a:lnTo>
                  <a:lnTo>
                    <a:pt x="177437" y="1324753"/>
                  </a:lnTo>
                  <a:lnTo>
                    <a:pt x="212798" y="1352484"/>
                  </a:lnTo>
                  <a:lnTo>
                    <a:pt x="250543" y="1377055"/>
                  </a:lnTo>
                  <a:lnTo>
                    <a:pt x="290470" y="1398275"/>
                  </a:lnTo>
                  <a:lnTo>
                    <a:pt x="332374" y="1415952"/>
                  </a:lnTo>
                  <a:lnTo>
                    <a:pt x="376051" y="1429894"/>
                  </a:lnTo>
                  <a:lnTo>
                    <a:pt x="421296" y="1439911"/>
                  </a:lnTo>
                  <a:lnTo>
                    <a:pt x="467906" y="1445812"/>
                  </a:lnTo>
                  <a:lnTo>
                    <a:pt x="515676" y="1447404"/>
                  </a:lnTo>
                  <a:lnTo>
                    <a:pt x="1743193" y="1447404"/>
                  </a:lnTo>
                  <a:lnTo>
                    <a:pt x="1792204" y="1444124"/>
                  </a:lnTo>
                  <a:lnTo>
                    <a:pt x="1839212" y="1434534"/>
                  </a:lnTo>
                  <a:lnTo>
                    <a:pt x="1883787" y="1419067"/>
                  </a:lnTo>
                  <a:lnTo>
                    <a:pt x="1925252" y="1398275"/>
                  </a:lnTo>
                  <a:lnTo>
                    <a:pt x="1963917" y="1372217"/>
                  </a:lnTo>
                  <a:lnTo>
                    <a:pt x="1998610" y="1341696"/>
                  </a:lnTo>
                  <a:lnTo>
                    <a:pt x="2029150" y="1307018"/>
                  </a:lnTo>
                  <a:lnTo>
                    <a:pt x="2055105" y="1268613"/>
                  </a:lnTo>
                  <a:lnTo>
                    <a:pt x="2076045" y="1226912"/>
                  </a:lnTo>
                  <a:lnTo>
                    <a:pt x="2091539" y="1182344"/>
                  </a:lnTo>
                  <a:lnTo>
                    <a:pt x="2101158" y="1135340"/>
                  </a:lnTo>
                  <a:lnTo>
                    <a:pt x="2104472" y="1086330"/>
                  </a:lnTo>
                  <a:lnTo>
                    <a:pt x="2101125" y="1037012"/>
                  </a:lnTo>
                  <a:lnTo>
                    <a:pt x="2091286" y="989385"/>
                  </a:lnTo>
                  <a:lnTo>
                    <a:pt x="2075326" y="943987"/>
                  </a:lnTo>
                  <a:lnTo>
                    <a:pt x="2053616" y="901358"/>
                  </a:lnTo>
                  <a:lnTo>
                    <a:pt x="2026529" y="862036"/>
                  </a:lnTo>
                  <a:lnTo>
                    <a:pt x="1994434" y="826563"/>
                  </a:lnTo>
                  <a:lnTo>
                    <a:pt x="1957702" y="795477"/>
                  </a:lnTo>
                  <a:lnTo>
                    <a:pt x="1916707" y="769317"/>
                  </a:lnTo>
                  <a:lnTo>
                    <a:pt x="1871817" y="748623"/>
                  </a:lnTo>
                  <a:lnTo>
                    <a:pt x="1869171" y="701319"/>
                  </a:lnTo>
                  <a:lnTo>
                    <a:pt x="1862187" y="655458"/>
                  </a:lnTo>
                  <a:lnTo>
                    <a:pt x="1851072" y="611107"/>
                  </a:lnTo>
                  <a:lnTo>
                    <a:pt x="1836035" y="568470"/>
                  </a:lnTo>
                  <a:lnTo>
                    <a:pt x="1817281" y="527749"/>
                  </a:lnTo>
                  <a:lnTo>
                    <a:pt x="1795019" y="489149"/>
                  </a:lnTo>
                  <a:lnTo>
                    <a:pt x="1769454" y="452873"/>
                  </a:lnTo>
                  <a:lnTo>
                    <a:pt x="1740795" y="419124"/>
                  </a:lnTo>
                  <a:lnTo>
                    <a:pt x="1709247" y="388105"/>
                  </a:lnTo>
                  <a:lnTo>
                    <a:pt x="1675019" y="360021"/>
                  </a:lnTo>
                  <a:lnTo>
                    <a:pt x="1638318" y="335074"/>
                  </a:lnTo>
                  <a:lnTo>
                    <a:pt x="1599349" y="313468"/>
                  </a:lnTo>
                  <a:lnTo>
                    <a:pt x="1565054" y="298370"/>
                  </a:lnTo>
                  <a:lnTo>
                    <a:pt x="1198311" y="298370"/>
                  </a:lnTo>
                  <a:lnTo>
                    <a:pt x="1172514" y="250995"/>
                  </a:lnTo>
                  <a:lnTo>
                    <a:pt x="1143091" y="206899"/>
                  </a:lnTo>
                  <a:lnTo>
                    <a:pt x="1110318" y="166180"/>
                  </a:lnTo>
                  <a:lnTo>
                    <a:pt x="1074476" y="128933"/>
                  </a:lnTo>
                  <a:lnTo>
                    <a:pt x="1035842" y="95254"/>
                  </a:lnTo>
                  <a:lnTo>
                    <a:pt x="994696" y="65238"/>
                  </a:lnTo>
                  <a:lnTo>
                    <a:pt x="951316" y="38982"/>
                  </a:lnTo>
                  <a:lnTo>
                    <a:pt x="905981" y="16582"/>
                  </a:lnTo>
                  <a:lnTo>
                    <a:pt x="863725" y="0"/>
                  </a:lnTo>
                  <a:close/>
                </a:path>
                <a:path w="2105025" h="1447800">
                  <a:moveTo>
                    <a:pt x="1377758" y="262671"/>
                  </a:moveTo>
                  <a:lnTo>
                    <a:pt x="1331785" y="265241"/>
                  </a:lnTo>
                  <a:lnTo>
                    <a:pt x="1286348" y="272090"/>
                  </a:lnTo>
                  <a:lnTo>
                    <a:pt x="1241755" y="283154"/>
                  </a:lnTo>
                  <a:lnTo>
                    <a:pt x="1198311" y="298370"/>
                  </a:lnTo>
                  <a:lnTo>
                    <a:pt x="1565054" y="298370"/>
                  </a:lnTo>
                  <a:lnTo>
                    <a:pt x="1515442" y="281092"/>
                  </a:lnTo>
                  <a:lnTo>
                    <a:pt x="1470916" y="270729"/>
                  </a:lnTo>
                  <a:lnTo>
                    <a:pt x="1424953" y="264521"/>
                  </a:lnTo>
                  <a:lnTo>
                    <a:pt x="1377758" y="262671"/>
                  </a:lnTo>
                  <a:close/>
                </a:path>
              </a:pathLst>
            </a:custGeom>
            <a:solidFill>
              <a:srgbClr val="000000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82522" y="1546707"/>
              <a:ext cx="2510155" cy="1497965"/>
            </a:xfrm>
            <a:custGeom>
              <a:avLst/>
              <a:gdLst/>
              <a:ahLst/>
              <a:cxnLst/>
              <a:rect l="l" t="t" r="r" b="b"/>
              <a:pathLst>
                <a:path w="2510154" h="1497964">
                  <a:moveTo>
                    <a:pt x="1063037" y="0"/>
                  </a:moveTo>
                  <a:lnTo>
                    <a:pt x="1014192" y="1974"/>
                  </a:lnTo>
                  <a:lnTo>
                    <a:pt x="966287" y="7804"/>
                  </a:lnTo>
                  <a:lnTo>
                    <a:pt x="919494" y="17353"/>
                  </a:lnTo>
                  <a:lnTo>
                    <a:pt x="873987" y="30482"/>
                  </a:lnTo>
                  <a:lnTo>
                    <a:pt x="829939" y="47054"/>
                  </a:lnTo>
                  <a:lnTo>
                    <a:pt x="787525" y="66931"/>
                  </a:lnTo>
                  <a:lnTo>
                    <a:pt x="746919" y="89974"/>
                  </a:lnTo>
                  <a:lnTo>
                    <a:pt x="708292" y="116045"/>
                  </a:lnTo>
                  <a:lnTo>
                    <a:pt x="671820" y="145008"/>
                  </a:lnTo>
                  <a:lnTo>
                    <a:pt x="637676" y="176723"/>
                  </a:lnTo>
                  <a:lnTo>
                    <a:pt x="606034" y="211053"/>
                  </a:lnTo>
                  <a:lnTo>
                    <a:pt x="577067" y="247860"/>
                  </a:lnTo>
                  <a:lnTo>
                    <a:pt x="550949" y="287005"/>
                  </a:lnTo>
                  <a:lnTo>
                    <a:pt x="527853" y="328352"/>
                  </a:lnTo>
                  <a:lnTo>
                    <a:pt x="507953" y="371762"/>
                  </a:lnTo>
                  <a:lnTo>
                    <a:pt x="491423" y="417097"/>
                  </a:lnTo>
                  <a:lnTo>
                    <a:pt x="478437" y="464219"/>
                  </a:lnTo>
                  <a:lnTo>
                    <a:pt x="431436" y="469908"/>
                  </a:lnTo>
                  <a:lnTo>
                    <a:pt x="385893" y="479658"/>
                  </a:lnTo>
                  <a:lnTo>
                    <a:pt x="341987" y="493273"/>
                  </a:lnTo>
                  <a:lnTo>
                    <a:pt x="299897" y="510558"/>
                  </a:lnTo>
                  <a:lnTo>
                    <a:pt x="259805" y="531320"/>
                  </a:lnTo>
                  <a:lnTo>
                    <a:pt x="221890" y="555363"/>
                  </a:lnTo>
                  <a:lnTo>
                    <a:pt x="186332" y="582493"/>
                  </a:lnTo>
                  <a:lnTo>
                    <a:pt x="153312" y="612515"/>
                  </a:lnTo>
                  <a:lnTo>
                    <a:pt x="123008" y="645235"/>
                  </a:lnTo>
                  <a:lnTo>
                    <a:pt x="95602" y="680458"/>
                  </a:lnTo>
                  <a:lnTo>
                    <a:pt x="71273" y="717990"/>
                  </a:lnTo>
                  <a:lnTo>
                    <a:pt x="50201" y="757635"/>
                  </a:lnTo>
                  <a:lnTo>
                    <a:pt x="32566" y="799200"/>
                  </a:lnTo>
                  <a:lnTo>
                    <a:pt x="18549" y="842490"/>
                  </a:lnTo>
                  <a:lnTo>
                    <a:pt x="8328" y="887309"/>
                  </a:lnTo>
                  <a:lnTo>
                    <a:pt x="2085" y="933464"/>
                  </a:lnTo>
                  <a:lnTo>
                    <a:pt x="0" y="980760"/>
                  </a:lnTo>
                  <a:lnTo>
                    <a:pt x="2167" y="1027847"/>
                  </a:lnTo>
                  <a:lnTo>
                    <a:pt x="8440" y="1073747"/>
                  </a:lnTo>
                  <a:lnTo>
                    <a:pt x="18636" y="1118276"/>
                  </a:lnTo>
                  <a:lnTo>
                    <a:pt x="32572" y="1161252"/>
                  </a:lnTo>
                  <a:lnTo>
                    <a:pt x="50065" y="1202492"/>
                  </a:lnTo>
                  <a:lnTo>
                    <a:pt x="70933" y="1241813"/>
                  </a:lnTo>
                  <a:lnTo>
                    <a:pt x="94993" y="1279034"/>
                  </a:lnTo>
                  <a:lnTo>
                    <a:pt x="122062" y="1313971"/>
                  </a:lnTo>
                  <a:lnTo>
                    <a:pt x="151957" y="1346441"/>
                  </a:lnTo>
                  <a:lnTo>
                    <a:pt x="184495" y="1376263"/>
                  </a:lnTo>
                  <a:lnTo>
                    <a:pt x="219493" y="1403254"/>
                  </a:lnTo>
                  <a:lnTo>
                    <a:pt x="256769" y="1427230"/>
                  </a:lnTo>
                  <a:lnTo>
                    <a:pt x="296140" y="1448011"/>
                  </a:lnTo>
                  <a:lnTo>
                    <a:pt x="337423" y="1465412"/>
                  </a:lnTo>
                  <a:lnTo>
                    <a:pt x="380435" y="1479251"/>
                  </a:lnTo>
                  <a:lnTo>
                    <a:pt x="424994" y="1489346"/>
                  </a:lnTo>
                  <a:lnTo>
                    <a:pt x="470916" y="1495514"/>
                  </a:lnTo>
                  <a:lnTo>
                    <a:pt x="518019" y="1497573"/>
                  </a:lnTo>
                  <a:lnTo>
                    <a:pt x="2139312" y="1497573"/>
                  </a:lnTo>
                  <a:lnTo>
                    <a:pt x="2189320" y="1494344"/>
                  </a:lnTo>
                  <a:lnTo>
                    <a:pt x="2237658" y="1484581"/>
                  </a:lnTo>
                  <a:lnTo>
                    <a:pt x="2247187" y="1481291"/>
                  </a:lnTo>
                  <a:lnTo>
                    <a:pt x="518428" y="1481291"/>
                  </a:lnTo>
                  <a:lnTo>
                    <a:pt x="469423" y="1478934"/>
                  </a:lnTo>
                  <a:lnTo>
                    <a:pt x="421711" y="1471981"/>
                  </a:lnTo>
                  <a:lnTo>
                    <a:pt x="375523" y="1460647"/>
                  </a:lnTo>
                  <a:lnTo>
                    <a:pt x="331086" y="1445146"/>
                  </a:lnTo>
                  <a:lnTo>
                    <a:pt x="288629" y="1425694"/>
                  </a:lnTo>
                  <a:lnTo>
                    <a:pt x="248383" y="1402505"/>
                  </a:lnTo>
                  <a:lnTo>
                    <a:pt x="210575" y="1375795"/>
                  </a:lnTo>
                  <a:lnTo>
                    <a:pt x="175435" y="1345777"/>
                  </a:lnTo>
                  <a:lnTo>
                    <a:pt x="143192" y="1312668"/>
                  </a:lnTo>
                  <a:lnTo>
                    <a:pt x="114075" y="1276681"/>
                  </a:lnTo>
                  <a:lnTo>
                    <a:pt x="88312" y="1238032"/>
                  </a:lnTo>
                  <a:lnTo>
                    <a:pt x="66134" y="1196935"/>
                  </a:lnTo>
                  <a:lnTo>
                    <a:pt x="47769" y="1153606"/>
                  </a:lnTo>
                  <a:lnTo>
                    <a:pt x="33446" y="1108259"/>
                  </a:lnTo>
                  <a:lnTo>
                    <a:pt x="23394" y="1061109"/>
                  </a:lnTo>
                  <a:lnTo>
                    <a:pt x="17842" y="1012371"/>
                  </a:lnTo>
                  <a:lnTo>
                    <a:pt x="16991" y="964024"/>
                  </a:lnTo>
                  <a:lnTo>
                    <a:pt x="20666" y="916683"/>
                  </a:lnTo>
                  <a:lnTo>
                    <a:pt x="28671" y="870571"/>
                  </a:lnTo>
                  <a:lnTo>
                    <a:pt x="40812" y="825912"/>
                  </a:lnTo>
                  <a:lnTo>
                    <a:pt x="56890" y="782930"/>
                  </a:lnTo>
                  <a:lnTo>
                    <a:pt x="76712" y="741847"/>
                  </a:lnTo>
                  <a:lnTo>
                    <a:pt x="100080" y="702888"/>
                  </a:lnTo>
                  <a:lnTo>
                    <a:pt x="126799" y="666276"/>
                  </a:lnTo>
                  <a:lnTo>
                    <a:pt x="156673" y="632235"/>
                  </a:lnTo>
                  <a:lnTo>
                    <a:pt x="189506" y="600988"/>
                  </a:lnTo>
                  <a:lnTo>
                    <a:pt x="225102" y="572758"/>
                  </a:lnTo>
                  <a:lnTo>
                    <a:pt x="263265" y="547770"/>
                  </a:lnTo>
                  <a:lnTo>
                    <a:pt x="303799" y="526247"/>
                  </a:lnTo>
                  <a:lnTo>
                    <a:pt x="346508" y="508413"/>
                  </a:lnTo>
                  <a:lnTo>
                    <a:pt x="391196" y="494490"/>
                  </a:lnTo>
                  <a:lnTo>
                    <a:pt x="437133" y="484815"/>
                  </a:lnTo>
                  <a:lnTo>
                    <a:pt x="436671" y="484815"/>
                  </a:lnTo>
                  <a:lnTo>
                    <a:pt x="485726" y="479275"/>
                  </a:lnTo>
                  <a:lnTo>
                    <a:pt x="489201" y="478934"/>
                  </a:lnTo>
                  <a:lnTo>
                    <a:pt x="492130" y="476482"/>
                  </a:lnTo>
                  <a:lnTo>
                    <a:pt x="505432" y="426820"/>
                  </a:lnTo>
                  <a:lnTo>
                    <a:pt x="521396" y="382366"/>
                  </a:lnTo>
                  <a:lnTo>
                    <a:pt x="540670" y="339781"/>
                  </a:lnTo>
                  <a:lnTo>
                    <a:pt x="563084" y="299200"/>
                  </a:lnTo>
                  <a:lnTo>
                    <a:pt x="588468" y="260759"/>
                  </a:lnTo>
                  <a:lnTo>
                    <a:pt x="616654" y="224595"/>
                  </a:lnTo>
                  <a:lnTo>
                    <a:pt x="647470" y="190843"/>
                  </a:lnTo>
                  <a:lnTo>
                    <a:pt x="680749" y="159638"/>
                  </a:lnTo>
                  <a:lnTo>
                    <a:pt x="716319" y="131118"/>
                  </a:lnTo>
                  <a:lnTo>
                    <a:pt x="754012" y="105417"/>
                  </a:lnTo>
                  <a:lnTo>
                    <a:pt x="793657" y="82671"/>
                  </a:lnTo>
                  <a:lnTo>
                    <a:pt x="835086" y="63017"/>
                  </a:lnTo>
                  <a:lnTo>
                    <a:pt x="878128" y="46590"/>
                  </a:lnTo>
                  <a:lnTo>
                    <a:pt x="922614" y="33527"/>
                  </a:lnTo>
                  <a:lnTo>
                    <a:pt x="968373" y="23962"/>
                  </a:lnTo>
                  <a:lnTo>
                    <a:pt x="1015238" y="18032"/>
                  </a:lnTo>
                  <a:lnTo>
                    <a:pt x="1063037" y="15873"/>
                  </a:lnTo>
                  <a:lnTo>
                    <a:pt x="1201463" y="15873"/>
                  </a:lnTo>
                  <a:lnTo>
                    <a:pt x="1158866" y="7358"/>
                  </a:lnTo>
                  <a:lnTo>
                    <a:pt x="1111340" y="1764"/>
                  </a:lnTo>
                  <a:lnTo>
                    <a:pt x="1063037" y="0"/>
                  </a:lnTo>
                  <a:close/>
                </a:path>
                <a:path w="2510154" h="1497964">
                  <a:moveTo>
                    <a:pt x="1902492" y="312908"/>
                  </a:moveTo>
                  <a:lnTo>
                    <a:pt x="1772651" y="312908"/>
                  </a:lnTo>
                  <a:lnTo>
                    <a:pt x="1821989" y="314919"/>
                  </a:lnTo>
                  <a:lnTo>
                    <a:pt x="1869949" y="321763"/>
                  </a:lnTo>
                  <a:lnTo>
                    <a:pt x="1916285" y="333199"/>
                  </a:lnTo>
                  <a:lnTo>
                    <a:pt x="1960754" y="348988"/>
                  </a:lnTo>
                  <a:lnTo>
                    <a:pt x="2003111" y="368889"/>
                  </a:lnTo>
                  <a:lnTo>
                    <a:pt x="2043110" y="392662"/>
                  </a:lnTo>
                  <a:lnTo>
                    <a:pt x="2080507" y="420068"/>
                  </a:lnTo>
                  <a:lnTo>
                    <a:pt x="2115058" y="450866"/>
                  </a:lnTo>
                  <a:lnTo>
                    <a:pt x="2146518" y="484815"/>
                  </a:lnTo>
                  <a:lnTo>
                    <a:pt x="2174641" y="521677"/>
                  </a:lnTo>
                  <a:lnTo>
                    <a:pt x="2199184" y="561210"/>
                  </a:lnTo>
                  <a:lnTo>
                    <a:pt x="2219902" y="603175"/>
                  </a:lnTo>
                  <a:lnTo>
                    <a:pt x="2236549" y="647331"/>
                  </a:lnTo>
                  <a:lnTo>
                    <a:pt x="2248882" y="693439"/>
                  </a:lnTo>
                  <a:lnTo>
                    <a:pt x="2256655" y="741258"/>
                  </a:lnTo>
                  <a:lnTo>
                    <a:pt x="2259624" y="790548"/>
                  </a:lnTo>
                  <a:lnTo>
                    <a:pt x="2259761" y="793818"/>
                  </a:lnTo>
                  <a:lnTo>
                    <a:pt x="2261736" y="796748"/>
                  </a:lnTo>
                  <a:lnTo>
                    <a:pt x="2308666" y="818141"/>
                  </a:lnTo>
                  <a:lnTo>
                    <a:pt x="2348728" y="843704"/>
                  </a:lnTo>
                  <a:lnTo>
                    <a:pt x="2384625" y="874072"/>
                  </a:lnTo>
                  <a:lnTo>
                    <a:pt x="2415998" y="908720"/>
                  </a:lnTo>
                  <a:lnTo>
                    <a:pt x="2442484" y="947122"/>
                  </a:lnTo>
                  <a:lnTo>
                    <a:pt x="2463724" y="988753"/>
                  </a:lnTo>
                  <a:lnTo>
                    <a:pt x="2479355" y="1033090"/>
                  </a:lnTo>
                  <a:lnTo>
                    <a:pt x="2489016" y="1079606"/>
                  </a:lnTo>
                  <a:lnTo>
                    <a:pt x="2492347" y="1127778"/>
                  </a:lnTo>
                  <a:lnTo>
                    <a:pt x="2489180" y="1175355"/>
                  </a:lnTo>
                  <a:lnTo>
                    <a:pt x="2489156" y="1175719"/>
                  </a:lnTo>
                  <a:lnTo>
                    <a:pt x="2479793" y="1221704"/>
                  </a:lnTo>
                  <a:lnTo>
                    <a:pt x="2464681" y="1265310"/>
                  </a:lnTo>
                  <a:lnTo>
                    <a:pt x="2444239" y="1306118"/>
                  </a:lnTo>
                  <a:lnTo>
                    <a:pt x="2418888" y="1343705"/>
                  </a:lnTo>
                  <a:lnTo>
                    <a:pt x="2389049" y="1377652"/>
                  </a:lnTo>
                  <a:lnTo>
                    <a:pt x="2355142" y="1407537"/>
                  </a:lnTo>
                  <a:lnTo>
                    <a:pt x="2317588" y="1432938"/>
                  </a:lnTo>
                  <a:lnTo>
                    <a:pt x="2276807" y="1453435"/>
                  </a:lnTo>
                  <a:lnTo>
                    <a:pt x="2233002" y="1468652"/>
                  </a:lnTo>
                  <a:lnTo>
                    <a:pt x="2187249" y="1478033"/>
                  </a:lnTo>
                  <a:lnTo>
                    <a:pt x="2139312" y="1481291"/>
                  </a:lnTo>
                  <a:lnTo>
                    <a:pt x="2247187" y="1481291"/>
                  </a:lnTo>
                  <a:lnTo>
                    <a:pt x="2283784" y="1468652"/>
                  </a:lnTo>
                  <a:lnTo>
                    <a:pt x="2327159" y="1446920"/>
                  </a:lnTo>
                  <a:lnTo>
                    <a:pt x="2367240" y="1419753"/>
                  </a:lnTo>
                  <a:lnTo>
                    <a:pt x="2403489" y="1387515"/>
                  </a:lnTo>
                  <a:lnTo>
                    <a:pt x="2435364" y="1350572"/>
                  </a:lnTo>
                  <a:lnTo>
                    <a:pt x="2462325" y="1309289"/>
                  </a:lnTo>
                  <a:lnTo>
                    <a:pt x="2483831" y="1264033"/>
                  </a:lnTo>
                  <a:lnTo>
                    <a:pt x="2498176" y="1219912"/>
                  </a:lnTo>
                  <a:lnTo>
                    <a:pt x="2506684" y="1175719"/>
                  </a:lnTo>
                  <a:lnTo>
                    <a:pt x="2506754" y="1175355"/>
                  </a:lnTo>
                  <a:lnTo>
                    <a:pt x="2509760" y="1130812"/>
                  </a:lnTo>
                  <a:lnTo>
                    <a:pt x="2507387" y="1086732"/>
                  </a:lnTo>
                  <a:lnTo>
                    <a:pt x="2499832" y="1043565"/>
                  </a:lnTo>
                  <a:lnTo>
                    <a:pt x="2487288" y="1001760"/>
                  </a:lnTo>
                  <a:lnTo>
                    <a:pt x="2469952" y="961767"/>
                  </a:lnTo>
                  <a:lnTo>
                    <a:pt x="2448016" y="924036"/>
                  </a:lnTo>
                  <a:lnTo>
                    <a:pt x="2421677" y="889015"/>
                  </a:lnTo>
                  <a:lnTo>
                    <a:pt x="2391129" y="857154"/>
                  </a:lnTo>
                  <a:lnTo>
                    <a:pt x="2356567" y="828904"/>
                  </a:lnTo>
                  <a:lnTo>
                    <a:pt x="2318185" y="804712"/>
                  </a:lnTo>
                  <a:lnTo>
                    <a:pt x="2276179" y="785030"/>
                  </a:lnTo>
                  <a:lnTo>
                    <a:pt x="2273434" y="741847"/>
                  </a:lnTo>
                  <a:lnTo>
                    <a:pt x="2266888" y="698559"/>
                  </a:lnTo>
                  <a:lnTo>
                    <a:pt x="2256645" y="656308"/>
                  </a:lnTo>
                  <a:lnTo>
                    <a:pt x="2242729" y="615052"/>
                  </a:lnTo>
                  <a:lnTo>
                    <a:pt x="2223318" y="571159"/>
                  </a:lnTo>
                  <a:lnTo>
                    <a:pt x="2200250" y="530061"/>
                  </a:lnTo>
                  <a:lnTo>
                    <a:pt x="2173796" y="491880"/>
                  </a:lnTo>
                  <a:lnTo>
                    <a:pt x="2144225" y="456734"/>
                  </a:lnTo>
                  <a:lnTo>
                    <a:pt x="2111807" y="424742"/>
                  </a:lnTo>
                  <a:lnTo>
                    <a:pt x="2076811" y="396024"/>
                  </a:lnTo>
                  <a:lnTo>
                    <a:pt x="2039508" y="370699"/>
                  </a:lnTo>
                  <a:lnTo>
                    <a:pt x="2000352" y="348988"/>
                  </a:lnTo>
                  <a:lnTo>
                    <a:pt x="1959059" y="330703"/>
                  </a:lnTo>
                  <a:lnTo>
                    <a:pt x="1916452" y="316272"/>
                  </a:lnTo>
                  <a:lnTo>
                    <a:pt x="1902492" y="312908"/>
                  </a:lnTo>
                  <a:close/>
                </a:path>
                <a:path w="2510154" h="1497964">
                  <a:moveTo>
                    <a:pt x="1201463" y="15873"/>
                  </a:moveTo>
                  <a:lnTo>
                    <a:pt x="1063037" y="15873"/>
                  </a:lnTo>
                  <a:lnTo>
                    <a:pt x="1110562" y="17683"/>
                  </a:lnTo>
                  <a:lnTo>
                    <a:pt x="1157299" y="23297"/>
                  </a:lnTo>
                  <a:lnTo>
                    <a:pt x="1203058" y="32594"/>
                  </a:lnTo>
                  <a:lnTo>
                    <a:pt x="1247650" y="45456"/>
                  </a:lnTo>
                  <a:lnTo>
                    <a:pt x="1290881" y="61763"/>
                  </a:lnTo>
                  <a:lnTo>
                    <a:pt x="1332564" y="81396"/>
                  </a:lnTo>
                  <a:lnTo>
                    <a:pt x="1372505" y="104234"/>
                  </a:lnTo>
                  <a:lnTo>
                    <a:pt x="1410515" y="130159"/>
                  </a:lnTo>
                  <a:lnTo>
                    <a:pt x="1446404" y="159052"/>
                  </a:lnTo>
                  <a:lnTo>
                    <a:pt x="1480026" y="190843"/>
                  </a:lnTo>
                  <a:lnTo>
                    <a:pt x="1511053" y="225259"/>
                  </a:lnTo>
                  <a:lnTo>
                    <a:pt x="1539431" y="262336"/>
                  </a:lnTo>
                  <a:lnTo>
                    <a:pt x="1564926" y="301902"/>
                  </a:lnTo>
                  <a:lnTo>
                    <a:pt x="1587344" y="343838"/>
                  </a:lnTo>
                  <a:lnTo>
                    <a:pt x="1589252" y="347517"/>
                  </a:lnTo>
                  <a:lnTo>
                    <a:pt x="1593612" y="349152"/>
                  </a:lnTo>
                  <a:lnTo>
                    <a:pt x="1597427" y="347721"/>
                  </a:lnTo>
                  <a:lnTo>
                    <a:pt x="1639866" y="332912"/>
                  </a:lnTo>
                  <a:lnTo>
                    <a:pt x="1650501" y="330281"/>
                  </a:lnTo>
                  <a:lnTo>
                    <a:pt x="1598926" y="330281"/>
                  </a:lnTo>
                  <a:lnTo>
                    <a:pt x="1575647" y="287930"/>
                  </a:lnTo>
                  <a:lnTo>
                    <a:pt x="1549295" y="247993"/>
                  </a:lnTo>
                  <a:lnTo>
                    <a:pt x="1520062" y="210588"/>
                  </a:lnTo>
                  <a:lnTo>
                    <a:pt x="1488139" y="175833"/>
                  </a:lnTo>
                  <a:lnTo>
                    <a:pt x="1453717" y="143847"/>
                  </a:lnTo>
                  <a:lnTo>
                    <a:pt x="1416988" y="114746"/>
                  </a:lnTo>
                  <a:lnTo>
                    <a:pt x="1378143" y="88650"/>
                  </a:lnTo>
                  <a:lnTo>
                    <a:pt x="1337372" y="65676"/>
                  </a:lnTo>
                  <a:lnTo>
                    <a:pt x="1294868" y="45941"/>
                  </a:lnTo>
                  <a:lnTo>
                    <a:pt x="1250822" y="29565"/>
                  </a:lnTo>
                  <a:lnTo>
                    <a:pt x="1205424" y="16665"/>
                  </a:lnTo>
                  <a:lnTo>
                    <a:pt x="1201463" y="15873"/>
                  </a:lnTo>
                  <a:close/>
                </a:path>
                <a:path w="2510154" h="1497964">
                  <a:moveTo>
                    <a:pt x="1782342" y="296673"/>
                  </a:moveTo>
                  <a:lnTo>
                    <a:pt x="1736442" y="298435"/>
                  </a:lnTo>
                  <a:lnTo>
                    <a:pt x="1690392" y="304545"/>
                  </a:lnTo>
                  <a:lnTo>
                    <a:pt x="1644464" y="315120"/>
                  </a:lnTo>
                  <a:lnTo>
                    <a:pt x="1598926" y="330281"/>
                  </a:lnTo>
                  <a:lnTo>
                    <a:pt x="1650501" y="330281"/>
                  </a:lnTo>
                  <a:lnTo>
                    <a:pt x="1683404" y="322139"/>
                  </a:lnTo>
                  <a:lnTo>
                    <a:pt x="1727759" y="315454"/>
                  </a:lnTo>
                  <a:lnTo>
                    <a:pt x="1772651" y="312908"/>
                  </a:lnTo>
                  <a:lnTo>
                    <a:pt x="1902492" y="312908"/>
                  </a:lnTo>
                  <a:lnTo>
                    <a:pt x="1872617" y="305710"/>
                  </a:lnTo>
                  <a:lnTo>
                    <a:pt x="1828252" y="299200"/>
                  </a:lnTo>
                  <a:lnTo>
                    <a:pt x="1828984" y="299200"/>
                  </a:lnTo>
                  <a:lnTo>
                    <a:pt x="1782342" y="296673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82522" y="1546707"/>
              <a:ext cx="2510155" cy="1497965"/>
            </a:xfrm>
            <a:custGeom>
              <a:avLst/>
              <a:gdLst/>
              <a:ahLst/>
              <a:cxnLst/>
              <a:rect l="l" t="t" r="r" b="b"/>
              <a:pathLst>
                <a:path w="2510154" h="1497964">
                  <a:moveTo>
                    <a:pt x="1063037" y="0"/>
                  </a:moveTo>
                  <a:lnTo>
                    <a:pt x="1014192" y="1974"/>
                  </a:lnTo>
                  <a:lnTo>
                    <a:pt x="966287" y="7804"/>
                  </a:lnTo>
                  <a:lnTo>
                    <a:pt x="919494" y="17353"/>
                  </a:lnTo>
                  <a:lnTo>
                    <a:pt x="873987" y="30482"/>
                  </a:lnTo>
                  <a:lnTo>
                    <a:pt x="829939" y="47054"/>
                  </a:lnTo>
                  <a:lnTo>
                    <a:pt x="787525" y="66931"/>
                  </a:lnTo>
                  <a:lnTo>
                    <a:pt x="746919" y="89974"/>
                  </a:lnTo>
                  <a:lnTo>
                    <a:pt x="708292" y="116045"/>
                  </a:lnTo>
                  <a:lnTo>
                    <a:pt x="671820" y="145008"/>
                  </a:lnTo>
                  <a:lnTo>
                    <a:pt x="637676" y="176723"/>
                  </a:lnTo>
                  <a:lnTo>
                    <a:pt x="606034" y="211053"/>
                  </a:lnTo>
                  <a:lnTo>
                    <a:pt x="577067" y="247860"/>
                  </a:lnTo>
                  <a:lnTo>
                    <a:pt x="550949" y="287005"/>
                  </a:lnTo>
                  <a:lnTo>
                    <a:pt x="527853" y="328352"/>
                  </a:lnTo>
                  <a:lnTo>
                    <a:pt x="507953" y="371762"/>
                  </a:lnTo>
                  <a:lnTo>
                    <a:pt x="491423" y="417097"/>
                  </a:lnTo>
                  <a:lnTo>
                    <a:pt x="478437" y="464219"/>
                  </a:lnTo>
                  <a:lnTo>
                    <a:pt x="431436" y="469908"/>
                  </a:lnTo>
                  <a:lnTo>
                    <a:pt x="385893" y="479658"/>
                  </a:lnTo>
                  <a:lnTo>
                    <a:pt x="341987" y="493273"/>
                  </a:lnTo>
                  <a:lnTo>
                    <a:pt x="299897" y="510558"/>
                  </a:lnTo>
                  <a:lnTo>
                    <a:pt x="259805" y="531320"/>
                  </a:lnTo>
                  <a:lnTo>
                    <a:pt x="221890" y="555363"/>
                  </a:lnTo>
                  <a:lnTo>
                    <a:pt x="186332" y="582493"/>
                  </a:lnTo>
                  <a:lnTo>
                    <a:pt x="153312" y="612515"/>
                  </a:lnTo>
                  <a:lnTo>
                    <a:pt x="123008" y="645235"/>
                  </a:lnTo>
                  <a:lnTo>
                    <a:pt x="95602" y="680458"/>
                  </a:lnTo>
                  <a:lnTo>
                    <a:pt x="71273" y="717990"/>
                  </a:lnTo>
                  <a:lnTo>
                    <a:pt x="50201" y="757635"/>
                  </a:lnTo>
                  <a:lnTo>
                    <a:pt x="32566" y="799200"/>
                  </a:lnTo>
                  <a:lnTo>
                    <a:pt x="18549" y="842490"/>
                  </a:lnTo>
                  <a:lnTo>
                    <a:pt x="8328" y="887309"/>
                  </a:lnTo>
                  <a:lnTo>
                    <a:pt x="2085" y="933464"/>
                  </a:lnTo>
                  <a:lnTo>
                    <a:pt x="0" y="980760"/>
                  </a:lnTo>
                  <a:lnTo>
                    <a:pt x="2167" y="1027847"/>
                  </a:lnTo>
                  <a:lnTo>
                    <a:pt x="8440" y="1073747"/>
                  </a:lnTo>
                  <a:lnTo>
                    <a:pt x="18636" y="1118276"/>
                  </a:lnTo>
                  <a:lnTo>
                    <a:pt x="32572" y="1161252"/>
                  </a:lnTo>
                  <a:lnTo>
                    <a:pt x="50065" y="1202492"/>
                  </a:lnTo>
                  <a:lnTo>
                    <a:pt x="70933" y="1241813"/>
                  </a:lnTo>
                  <a:lnTo>
                    <a:pt x="94993" y="1279034"/>
                  </a:lnTo>
                  <a:lnTo>
                    <a:pt x="122062" y="1313971"/>
                  </a:lnTo>
                  <a:lnTo>
                    <a:pt x="151957" y="1346441"/>
                  </a:lnTo>
                  <a:lnTo>
                    <a:pt x="184495" y="1376263"/>
                  </a:lnTo>
                  <a:lnTo>
                    <a:pt x="219493" y="1403254"/>
                  </a:lnTo>
                  <a:lnTo>
                    <a:pt x="256769" y="1427230"/>
                  </a:lnTo>
                  <a:lnTo>
                    <a:pt x="296140" y="1448011"/>
                  </a:lnTo>
                  <a:lnTo>
                    <a:pt x="337423" y="1465412"/>
                  </a:lnTo>
                  <a:lnTo>
                    <a:pt x="380435" y="1479251"/>
                  </a:lnTo>
                  <a:lnTo>
                    <a:pt x="424994" y="1489346"/>
                  </a:lnTo>
                  <a:lnTo>
                    <a:pt x="470916" y="1495514"/>
                  </a:lnTo>
                  <a:lnTo>
                    <a:pt x="518019" y="1497573"/>
                  </a:lnTo>
                  <a:lnTo>
                    <a:pt x="2139312" y="1497573"/>
                  </a:lnTo>
                  <a:lnTo>
                    <a:pt x="2189320" y="1494344"/>
                  </a:lnTo>
                  <a:lnTo>
                    <a:pt x="2237658" y="1484581"/>
                  </a:lnTo>
                  <a:lnTo>
                    <a:pt x="2247187" y="1481291"/>
                  </a:lnTo>
                  <a:lnTo>
                    <a:pt x="518428" y="1481291"/>
                  </a:lnTo>
                  <a:lnTo>
                    <a:pt x="469423" y="1478934"/>
                  </a:lnTo>
                  <a:lnTo>
                    <a:pt x="421711" y="1471981"/>
                  </a:lnTo>
                  <a:lnTo>
                    <a:pt x="375523" y="1460647"/>
                  </a:lnTo>
                  <a:lnTo>
                    <a:pt x="331086" y="1445146"/>
                  </a:lnTo>
                  <a:lnTo>
                    <a:pt x="288629" y="1425694"/>
                  </a:lnTo>
                  <a:lnTo>
                    <a:pt x="248383" y="1402505"/>
                  </a:lnTo>
                  <a:lnTo>
                    <a:pt x="210575" y="1375795"/>
                  </a:lnTo>
                  <a:lnTo>
                    <a:pt x="175435" y="1345777"/>
                  </a:lnTo>
                  <a:lnTo>
                    <a:pt x="143192" y="1312668"/>
                  </a:lnTo>
                  <a:lnTo>
                    <a:pt x="114075" y="1276681"/>
                  </a:lnTo>
                  <a:lnTo>
                    <a:pt x="88312" y="1238032"/>
                  </a:lnTo>
                  <a:lnTo>
                    <a:pt x="66134" y="1196935"/>
                  </a:lnTo>
                  <a:lnTo>
                    <a:pt x="47769" y="1153606"/>
                  </a:lnTo>
                  <a:lnTo>
                    <a:pt x="33446" y="1108259"/>
                  </a:lnTo>
                  <a:lnTo>
                    <a:pt x="23394" y="1061109"/>
                  </a:lnTo>
                  <a:lnTo>
                    <a:pt x="17842" y="1012371"/>
                  </a:lnTo>
                  <a:lnTo>
                    <a:pt x="16991" y="964024"/>
                  </a:lnTo>
                  <a:lnTo>
                    <a:pt x="20666" y="916683"/>
                  </a:lnTo>
                  <a:lnTo>
                    <a:pt x="28671" y="870571"/>
                  </a:lnTo>
                  <a:lnTo>
                    <a:pt x="40812" y="825912"/>
                  </a:lnTo>
                  <a:lnTo>
                    <a:pt x="56890" y="782930"/>
                  </a:lnTo>
                  <a:lnTo>
                    <a:pt x="76712" y="741847"/>
                  </a:lnTo>
                  <a:lnTo>
                    <a:pt x="100080" y="702888"/>
                  </a:lnTo>
                  <a:lnTo>
                    <a:pt x="126799" y="666276"/>
                  </a:lnTo>
                  <a:lnTo>
                    <a:pt x="156673" y="632235"/>
                  </a:lnTo>
                  <a:lnTo>
                    <a:pt x="189506" y="600988"/>
                  </a:lnTo>
                  <a:lnTo>
                    <a:pt x="225102" y="572758"/>
                  </a:lnTo>
                  <a:lnTo>
                    <a:pt x="263265" y="547770"/>
                  </a:lnTo>
                  <a:lnTo>
                    <a:pt x="303799" y="526247"/>
                  </a:lnTo>
                  <a:lnTo>
                    <a:pt x="346508" y="508413"/>
                  </a:lnTo>
                  <a:lnTo>
                    <a:pt x="391196" y="494490"/>
                  </a:lnTo>
                  <a:lnTo>
                    <a:pt x="437133" y="484815"/>
                  </a:lnTo>
                  <a:lnTo>
                    <a:pt x="436671" y="484815"/>
                  </a:lnTo>
                  <a:lnTo>
                    <a:pt x="485726" y="479275"/>
                  </a:lnTo>
                  <a:lnTo>
                    <a:pt x="489201" y="478934"/>
                  </a:lnTo>
                  <a:lnTo>
                    <a:pt x="492130" y="476482"/>
                  </a:lnTo>
                  <a:lnTo>
                    <a:pt x="505432" y="426820"/>
                  </a:lnTo>
                  <a:lnTo>
                    <a:pt x="521396" y="382366"/>
                  </a:lnTo>
                  <a:lnTo>
                    <a:pt x="540670" y="339781"/>
                  </a:lnTo>
                  <a:lnTo>
                    <a:pt x="563084" y="299200"/>
                  </a:lnTo>
                  <a:lnTo>
                    <a:pt x="588468" y="260759"/>
                  </a:lnTo>
                  <a:lnTo>
                    <a:pt x="616654" y="224595"/>
                  </a:lnTo>
                  <a:lnTo>
                    <a:pt x="647470" y="190843"/>
                  </a:lnTo>
                  <a:lnTo>
                    <a:pt x="680749" y="159638"/>
                  </a:lnTo>
                  <a:lnTo>
                    <a:pt x="716319" y="131118"/>
                  </a:lnTo>
                  <a:lnTo>
                    <a:pt x="754012" y="105417"/>
                  </a:lnTo>
                  <a:lnTo>
                    <a:pt x="793657" y="82671"/>
                  </a:lnTo>
                  <a:lnTo>
                    <a:pt x="835086" y="63017"/>
                  </a:lnTo>
                  <a:lnTo>
                    <a:pt x="878128" y="46590"/>
                  </a:lnTo>
                  <a:lnTo>
                    <a:pt x="922614" y="33527"/>
                  </a:lnTo>
                  <a:lnTo>
                    <a:pt x="968373" y="23962"/>
                  </a:lnTo>
                  <a:lnTo>
                    <a:pt x="1015238" y="18032"/>
                  </a:lnTo>
                  <a:lnTo>
                    <a:pt x="1063037" y="15873"/>
                  </a:lnTo>
                  <a:lnTo>
                    <a:pt x="1201463" y="15873"/>
                  </a:lnTo>
                  <a:lnTo>
                    <a:pt x="1158866" y="7358"/>
                  </a:lnTo>
                  <a:lnTo>
                    <a:pt x="1111340" y="1764"/>
                  </a:lnTo>
                  <a:lnTo>
                    <a:pt x="1063037" y="0"/>
                  </a:lnTo>
                  <a:close/>
                </a:path>
                <a:path w="2510154" h="1497964">
                  <a:moveTo>
                    <a:pt x="1902492" y="312908"/>
                  </a:moveTo>
                  <a:lnTo>
                    <a:pt x="1772651" y="312908"/>
                  </a:lnTo>
                  <a:lnTo>
                    <a:pt x="1821989" y="314919"/>
                  </a:lnTo>
                  <a:lnTo>
                    <a:pt x="1869949" y="321763"/>
                  </a:lnTo>
                  <a:lnTo>
                    <a:pt x="1916285" y="333199"/>
                  </a:lnTo>
                  <a:lnTo>
                    <a:pt x="1960754" y="348988"/>
                  </a:lnTo>
                  <a:lnTo>
                    <a:pt x="2003111" y="368889"/>
                  </a:lnTo>
                  <a:lnTo>
                    <a:pt x="2043110" y="392662"/>
                  </a:lnTo>
                  <a:lnTo>
                    <a:pt x="2080507" y="420068"/>
                  </a:lnTo>
                  <a:lnTo>
                    <a:pt x="2115058" y="450866"/>
                  </a:lnTo>
                  <a:lnTo>
                    <a:pt x="2146518" y="484815"/>
                  </a:lnTo>
                  <a:lnTo>
                    <a:pt x="2174641" y="521677"/>
                  </a:lnTo>
                  <a:lnTo>
                    <a:pt x="2199184" y="561210"/>
                  </a:lnTo>
                  <a:lnTo>
                    <a:pt x="2219902" y="603175"/>
                  </a:lnTo>
                  <a:lnTo>
                    <a:pt x="2236549" y="647331"/>
                  </a:lnTo>
                  <a:lnTo>
                    <a:pt x="2248882" y="693439"/>
                  </a:lnTo>
                  <a:lnTo>
                    <a:pt x="2256655" y="741258"/>
                  </a:lnTo>
                  <a:lnTo>
                    <a:pt x="2259624" y="790548"/>
                  </a:lnTo>
                  <a:lnTo>
                    <a:pt x="2259761" y="793818"/>
                  </a:lnTo>
                  <a:lnTo>
                    <a:pt x="2261736" y="796748"/>
                  </a:lnTo>
                  <a:lnTo>
                    <a:pt x="2308666" y="818141"/>
                  </a:lnTo>
                  <a:lnTo>
                    <a:pt x="2348728" y="843704"/>
                  </a:lnTo>
                  <a:lnTo>
                    <a:pt x="2384625" y="874072"/>
                  </a:lnTo>
                  <a:lnTo>
                    <a:pt x="2415998" y="908720"/>
                  </a:lnTo>
                  <a:lnTo>
                    <a:pt x="2442484" y="947122"/>
                  </a:lnTo>
                  <a:lnTo>
                    <a:pt x="2463724" y="988753"/>
                  </a:lnTo>
                  <a:lnTo>
                    <a:pt x="2479355" y="1033090"/>
                  </a:lnTo>
                  <a:lnTo>
                    <a:pt x="2489016" y="1079606"/>
                  </a:lnTo>
                  <a:lnTo>
                    <a:pt x="2492347" y="1127778"/>
                  </a:lnTo>
                  <a:lnTo>
                    <a:pt x="2489180" y="1175355"/>
                  </a:lnTo>
                  <a:lnTo>
                    <a:pt x="2489156" y="1175719"/>
                  </a:lnTo>
                  <a:lnTo>
                    <a:pt x="2479793" y="1221704"/>
                  </a:lnTo>
                  <a:lnTo>
                    <a:pt x="2464681" y="1265310"/>
                  </a:lnTo>
                  <a:lnTo>
                    <a:pt x="2444239" y="1306118"/>
                  </a:lnTo>
                  <a:lnTo>
                    <a:pt x="2418888" y="1343705"/>
                  </a:lnTo>
                  <a:lnTo>
                    <a:pt x="2389049" y="1377652"/>
                  </a:lnTo>
                  <a:lnTo>
                    <a:pt x="2355142" y="1407537"/>
                  </a:lnTo>
                  <a:lnTo>
                    <a:pt x="2317588" y="1432938"/>
                  </a:lnTo>
                  <a:lnTo>
                    <a:pt x="2276807" y="1453435"/>
                  </a:lnTo>
                  <a:lnTo>
                    <a:pt x="2233002" y="1468652"/>
                  </a:lnTo>
                  <a:lnTo>
                    <a:pt x="2187249" y="1478033"/>
                  </a:lnTo>
                  <a:lnTo>
                    <a:pt x="2139312" y="1481291"/>
                  </a:lnTo>
                  <a:lnTo>
                    <a:pt x="2247187" y="1481291"/>
                  </a:lnTo>
                  <a:lnTo>
                    <a:pt x="2283784" y="1468652"/>
                  </a:lnTo>
                  <a:lnTo>
                    <a:pt x="2327159" y="1446920"/>
                  </a:lnTo>
                  <a:lnTo>
                    <a:pt x="2367240" y="1419753"/>
                  </a:lnTo>
                  <a:lnTo>
                    <a:pt x="2403489" y="1387515"/>
                  </a:lnTo>
                  <a:lnTo>
                    <a:pt x="2435364" y="1350572"/>
                  </a:lnTo>
                  <a:lnTo>
                    <a:pt x="2462325" y="1309289"/>
                  </a:lnTo>
                  <a:lnTo>
                    <a:pt x="2483831" y="1264033"/>
                  </a:lnTo>
                  <a:lnTo>
                    <a:pt x="2498176" y="1219912"/>
                  </a:lnTo>
                  <a:lnTo>
                    <a:pt x="2506684" y="1175719"/>
                  </a:lnTo>
                  <a:lnTo>
                    <a:pt x="2506754" y="1175355"/>
                  </a:lnTo>
                  <a:lnTo>
                    <a:pt x="2509760" y="1130812"/>
                  </a:lnTo>
                  <a:lnTo>
                    <a:pt x="2507387" y="1086732"/>
                  </a:lnTo>
                  <a:lnTo>
                    <a:pt x="2499832" y="1043565"/>
                  </a:lnTo>
                  <a:lnTo>
                    <a:pt x="2487288" y="1001760"/>
                  </a:lnTo>
                  <a:lnTo>
                    <a:pt x="2469952" y="961767"/>
                  </a:lnTo>
                  <a:lnTo>
                    <a:pt x="2448016" y="924036"/>
                  </a:lnTo>
                  <a:lnTo>
                    <a:pt x="2421677" y="889015"/>
                  </a:lnTo>
                  <a:lnTo>
                    <a:pt x="2391129" y="857154"/>
                  </a:lnTo>
                  <a:lnTo>
                    <a:pt x="2356567" y="828904"/>
                  </a:lnTo>
                  <a:lnTo>
                    <a:pt x="2318185" y="804712"/>
                  </a:lnTo>
                  <a:lnTo>
                    <a:pt x="2276179" y="785030"/>
                  </a:lnTo>
                  <a:lnTo>
                    <a:pt x="2273434" y="741847"/>
                  </a:lnTo>
                  <a:lnTo>
                    <a:pt x="2266888" y="698559"/>
                  </a:lnTo>
                  <a:lnTo>
                    <a:pt x="2256645" y="656308"/>
                  </a:lnTo>
                  <a:lnTo>
                    <a:pt x="2242729" y="615052"/>
                  </a:lnTo>
                  <a:lnTo>
                    <a:pt x="2223318" y="571159"/>
                  </a:lnTo>
                  <a:lnTo>
                    <a:pt x="2200250" y="530061"/>
                  </a:lnTo>
                  <a:lnTo>
                    <a:pt x="2173796" y="491880"/>
                  </a:lnTo>
                  <a:lnTo>
                    <a:pt x="2144225" y="456734"/>
                  </a:lnTo>
                  <a:lnTo>
                    <a:pt x="2111807" y="424742"/>
                  </a:lnTo>
                  <a:lnTo>
                    <a:pt x="2076811" y="396024"/>
                  </a:lnTo>
                  <a:lnTo>
                    <a:pt x="2039508" y="370699"/>
                  </a:lnTo>
                  <a:lnTo>
                    <a:pt x="2000352" y="348988"/>
                  </a:lnTo>
                  <a:lnTo>
                    <a:pt x="1959059" y="330703"/>
                  </a:lnTo>
                  <a:lnTo>
                    <a:pt x="1916452" y="316272"/>
                  </a:lnTo>
                  <a:lnTo>
                    <a:pt x="1902492" y="312908"/>
                  </a:lnTo>
                  <a:close/>
                </a:path>
                <a:path w="2510154" h="1497964">
                  <a:moveTo>
                    <a:pt x="1201463" y="15873"/>
                  </a:moveTo>
                  <a:lnTo>
                    <a:pt x="1063037" y="15873"/>
                  </a:lnTo>
                  <a:lnTo>
                    <a:pt x="1110562" y="17683"/>
                  </a:lnTo>
                  <a:lnTo>
                    <a:pt x="1157299" y="23297"/>
                  </a:lnTo>
                  <a:lnTo>
                    <a:pt x="1203058" y="32594"/>
                  </a:lnTo>
                  <a:lnTo>
                    <a:pt x="1247650" y="45456"/>
                  </a:lnTo>
                  <a:lnTo>
                    <a:pt x="1290881" y="61763"/>
                  </a:lnTo>
                  <a:lnTo>
                    <a:pt x="1332564" y="81396"/>
                  </a:lnTo>
                  <a:lnTo>
                    <a:pt x="1372505" y="104234"/>
                  </a:lnTo>
                  <a:lnTo>
                    <a:pt x="1410515" y="130159"/>
                  </a:lnTo>
                  <a:lnTo>
                    <a:pt x="1446404" y="159052"/>
                  </a:lnTo>
                  <a:lnTo>
                    <a:pt x="1480026" y="190843"/>
                  </a:lnTo>
                  <a:lnTo>
                    <a:pt x="1511053" y="225259"/>
                  </a:lnTo>
                  <a:lnTo>
                    <a:pt x="1539431" y="262336"/>
                  </a:lnTo>
                  <a:lnTo>
                    <a:pt x="1564926" y="301902"/>
                  </a:lnTo>
                  <a:lnTo>
                    <a:pt x="1587344" y="343838"/>
                  </a:lnTo>
                  <a:lnTo>
                    <a:pt x="1589252" y="347517"/>
                  </a:lnTo>
                  <a:lnTo>
                    <a:pt x="1593612" y="349152"/>
                  </a:lnTo>
                  <a:lnTo>
                    <a:pt x="1597427" y="347721"/>
                  </a:lnTo>
                  <a:lnTo>
                    <a:pt x="1639866" y="332912"/>
                  </a:lnTo>
                  <a:lnTo>
                    <a:pt x="1650501" y="330281"/>
                  </a:lnTo>
                  <a:lnTo>
                    <a:pt x="1598926" y="330281"/>
                  </a:lnTo>
                  <a:lnTo>
                    <a:pt x="1575647" y="287930"/>
                  </a:lnTo>
                  <a:lnTo>
                    <a:pt x="1549295" y="247993"/>
                  </a:lnTo>
                  <a:lnTo>
                    <a:pt x="1520062" y="210588"/>
                  </a:lnTo>
                  <a:lnTo>
                    <a:pt x="1488139" y="175833"/>
                  </a:lnTo>
                  <a:lnTo>
                    <a:pt x="1453717" y="143847"/>
                  </a:lnTo>
                  <a:lnTo>
                    <a:pt x="1416988" y="114746"/>
                  </a:lnTo>
                  <a:lnTo>
                    <a:pt x="1378143" y="88650"/>
                  </a:lnTo>
                  <a:lnTo>
                    <a:pt x="1337372" y="65676"/>
                  </a:lnTo>
                  <a:lnTo>
                    <a:pt x="1294868" y="45941"/>
                  </a:lnTo>
                  <a:lnTo>
                    <a:pt x="1250822" y="29565"/>
                  </a:lnTo>
                  <a:lnTo>
                    <a:pt x="1205424" y="16665"/>
                  </a:lnTo>
                  <a:lnTo>
                    <a:pt x="1201463" y="15873"/>
                  </a:lnTo>
                  <a:close/>
                </a:path>
                <a:path w="2510154" h="1497964">
                  <a:moveTo>
                    <a:pt x="1782342" y="296673"/>
                  </a:moveTo>
                  <a:lnTo>
                    <a:pt x="1736442" y="298435"/>
                  </a:lnTo>
                  <a:lnTo>
                    <a:pt x="1690392" y="304545"/>
                  </a:lnTo>
                  <a:lnTo>
                    <a:pt x="1644464" y="315120"/>
                  </a:lnTo>
                  <a:lnTo>
                    <a:pt x="1598926" y="330281"/>
                  </a:lnTo>
                  <a:lnTo>
                    <a:pt x="1650501" y="330281"/>
                  </a:lnTo>
                  <a:lnTo>
                    <a:pt x="1683404" y="322139"/>
                  </a:lnTo>
                  <a:lnTo>
                    <a:pt x="1727759" y="315454"/>
                  </a:lnTo>
                  <a:lnTo>
                    <a:pt x="1772651" y="312908"/>
                  </a:lnTo>
                  <a:lnTo>
                    <a:pt x="1902492" y="312908"/>
                  </a:lnTo>
                  <a:lnTo>
                    <a:pt x="1872617" y="305710"/>
                  </a:lnTo>
                  <a:lnTo>
                    <a:pt x="1828252" y="299200"/>
                  </a:lnTo>
                  <a:lnTo>
                    <a:pt x="1828984" y="299200"/>
                  </a:lnTo>
                  <a:lnTo>
                    <a:pt x="1782342" y="296673"/>
                  </a:lnTo>
                  <a:close/>
                </a:path>
              </a:pathLst>
            </a:custGeom>
            <a:solidFill>
              <a:srgbClr val="FFFFFF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38861" y="2313411"/>
              <a:ext cx="166370" cy="715010"/>
            </a:xfrm>
            <a:custGeom>
              <a:avLst/>
              <a:gdLst/>
              <a:ahLst/>
              <a:cxnLst/>
              <a:rect l="l" t="t" r="r" b="b"/>
              <a:pathLst>
                <a:path w="166370" h="715010">
                  <a:moveTo>
                    <a:pt x="129850" y="0"/>
                  </a:moveTo>
                  <a:lnTo>
                    <a:pt x="0" y="0"/>
                  </a:lnTo>
                  <a:lnTo>
                    <a:pt x="0" y="714518"/>
                  </a:lnTo>
                  <a:lnTo>
                    <a:pt x="129850" y="714518"/>
                  </a:lnTo>
                  <a:lnTo>
                    <a:pt x="143927" y="711695"/>
                  </a:lnTo>
                  <a:lnTo>
                    <a:pt x="155449" y="703993"/>
                  </a:lnTo>
                  <a:lnTo>
                    <a:pt x="163267" y="692560"/>
                  </a:lnTo>
                  <a:lnTo>
                    <a:pt x="166230" y="678547"/>
                  </a:lnTo>
                  <a:lnTo>
                    <a:pt x="166230" y="36379"/>
                  </a:lnTo>
                  <a:lnTo>
                    <a:pt x="163372" y="22216"/>
                  </a:lnTo>
                  <a:lnTo>
                    <a:pt x="155577" y="10653"/>
                  </a:lnTo>
                  <a:lnTo>
                    <a:pt x="144013" y="2858"/>
                  </a:lnTo>
                  <a:lnTo>
                    <a:pt x="1298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34877" y="2313411"/>
              <a:ext cx="353060" cy="715010"/>
            </a:xfrm>
            <a:custGeom>
              <a:avLst/>
              <a:gdLst/>
              <a:ahLst/>
              <a:cxnLst/>
              <a:rect l="l" t="t" r="r" b="b"/>
              <a:pathLst>
                <a:path w="353059" h="715010">
                  <a:moveTo>
                    <a:pt x="316587" y="0"/>
                  </a:moveTo>
                  <a:lnTo>
                    <a:pt x="36379" y="0"/>
                  </a:lnTo>
                  <a:lnTo>
                    <a:pt x="22216" y="2858"/>
                  </a:lnTo>
                  <a:lnTo>
                    <a:pt x="10653" y="10653"/>
                  </a:lnTo>
                  <a:lnTo>
                    <a:pt x="2858" y="22216"/>
                  </a:lnTo>
                  <a:lnTo>
                    <a:pt x="0" y="36379"/>
                  </a:lnTo>
                  <a:lnTo>
                    <a:pt x="0" y="678206"/>
                  </a:lnTo>
                  <a:lnTo>
                    <a:pt x="2858" y="692369"/>
                  </a:lnTo>
                  <a:lnTo>
                    <a:pt x="10653" y="703933"/>
                  </a:lnTo>
                  <a:lnTo>
                    <a:pt x="22216" y="711728"/>
                  </a:lnTo>
                  <a:lnTo>
                    <a:pt x="36379" y="714586"/>
                  </a:lnTo>
                  <a:lnTo>
                    <a:pt x="316587" y="714586"/>
                  </a:lnTo>
                  <a:lnTo>
                    <a:pt x="330750" y="711728"/>
                  </a:lnTo>
                  <a:lnTo>
                    <a:pt x="342313" y="703933"/>
                  </a:lnTo>
                  <a:lnTo>
                    <a:pt x="350109" y="692369"/>
                  </a:lnTo>
                  <a:lnTo>
                    <a:pt x="352967" y="678206"/>
                  </a:lnTo>
                  <a:lnTo>
                    <a:pt x="352967" y="36379"/>
                  </a:lnTo>
                  <a:lnTo>
                    <a:pt x="350109" y="22216"/>
                  </a:lnTo>
                  <a:lnTo>
                    <a:pt x="342313" y="10653"/>
                  </a:lnTo>
                  <a:lnTo>
                    <a:pt x="330750" y="2858"/>
                  </a:lnTo>
                  <a:lnTo>
                    <a:pt x="316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34874" y="2454986"/>
              <a:ext cx="353060" cy="431800"/>
            </a:xfrm>
            <a:custGeom>
              <a:avLst/>
              <a:gdLst/>
              <a:ahLst/>
              <a:cxnLst/>
              <a:rect l="l" t="t" r="r" b="b"/>
              <a:pathLst>
                <a:path w="353059" h="431800">
                  <a:moveTo>
                    <a:pt x="352958" y="424700"/>
                  </a:moveTo>
                  <a:lnTo>
                    <a:pt x="0" y="424700"/>
                  </a:lnTo>
                  <a:lnTo>
                    <a:pt x="0" y="431317"/>
                  </a:lnTo>
                  <a:lnTo>
                    <a:pt x="352958" y="431317"/>
                  </a:lnTo>
                  <a:lnTo>
                    <a:pt x="352958" y="424700"/>
                  </a:lnTo>
                  <a:close/>
                </a:path>
                <a:path w="353059" h="431800">
                  <a:moveTo>
                    <a:pt x="352958" y="283133"/>
                  </a:moveTo>
                  <a:lnTo>
                    <a:pt x="0" y="283133"/>
                  </a:lnTo>
                  <a:lnTo>
                    <a:pt x="0" y="289750"/>
                  </a:lnTo>
                  <a:lnTo>
                    <a:pt x="352958" y="289750"/>
                  </a:lnTo>
                  <a:lnTo>
                    <a:pt x="352958" y="283133"/>
                  </a:lnTo>
                  <a:close/>
                </a:path>
                <a:path w="353059" h="431800">
                  <a:moveTo>
                    <a:pt x="352958" y="141630"/>
                  </a:moveTo>
                  <a:lnTo>
                    <a:pt x="0" y="141630"/>
                  </a:lnTo>
                  <a:lnTo>
                    <a:pt x="0" y="148247"/>
                  </a:lnTo>
                  <a:lnTo>
                    <a:pt x="352958" y="148247"/>
                  </a:lnTo>
                  <a:lnTo>
                    <a:pt x="352958" y="141630"/>
                  </a:lnTo>
                  <a:close/>
                </a:path>
                <a:path w="353059" h="431800">
                  <a:moveTo>
                    <a:pt x="352958" y="0"/>
                  </a:moveTo>
                  <a:lnTo>
                    <a:pt x="0" y="0"/>
                  </a:lnTo>
                  <a:lnTo>
                    <a:pt x="0" y="6604"/>
                  </a:lnTo>
                  <a:lnTo>
                    <a:pt x="352958" y="6604"/>
                  </a:lnTo>
                  <a:lnTo>
                    <a:pt x="352958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79296" y="2338891"/>
              <a:ext cx="264061" cy="9755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9296" y="2480527"/>
              <a:ext cx="264061" cy="9708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9296" y="2622096"/>
              <a:ext cx="264061" cy="9714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79296" y="2763664"/>
              <a:ext cx="264061" cy="9714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79296" y="2905301"/>
              <a:ext cx="264061" cy="9708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047227" y="1975977"/>
              <a:ext cx="245745" cy="1052195"/>
            </a:xfrm>
            <a:custGeom>
              <a:avLst/>
              <a:gdLst/>
              <a:ahLst/>
              <a:cxnLst/>
              <a:rect l="l" t="t" r="r" b="b"/>
              <a:pathLst>
                <a:path w="245745" h="1052195">
                  <a:moveTo>
                    <a:pt x="191642" y="0"/>
                  </a:moveTo>
                  <a:lnTo>
                    <a:pt x="0" y="0"/>
                  </a:lnTo>
                  <a:lnTo>
                    <a:pt x="0" y="1052021"/>
                  </a:lnTo>
                  <a:lnTo>
                    <a:pt x="191710" y="1052021"/>
                  </a:lnTo>
                  <a:lnTo>
                    <a:pt x="212500" y="1047773"/>
                  </a:lnTo>
                  <a:lnTo>
                    <a:pt x="229478" y="1036283"/>
                  </a:lnTo>
                  <a:lnTo>
                    <a:pt x="240924" y="1019275"/>
                  </a:lnTo>
                  <a:lnTo>
                    <a:pt x="245121" y="998473"/>
                  </a:lnTo>
                  <a:lnTo>
                    <a:pt x="245121" y="53479"/>
                  </a:lnTo>
                  <a:lnTo>
                    <a:pt x="240913" y="32678"/>
                  </a:lnTo>
                  <a:lnTo>
                    <a:pt x="229444" y="15677"/>
                  </a:lnTo>
                  <a:lnTo>
                    <a:pt x="212443" y="4207"/>
                  </a:lnTo>
                  <a:lnTo>
                    <a:pt x="191642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00040" y="1975909"/>
              <a:ext cx="520065" cy="1052195"/>
            </a:xfrm>
            <a:custGeom>
              <a:avLst/>
              <a:gdLst/>
              <a:ahLst/>
              <a:cxnLst/>
              <a:rect l="l" t="t" r="r" b="b"/>
              <a:pathLst>
                <a:path w="520065" h="1052195">
                  <a:moveTo>
                    <a:pt x="466126" y="0"/>
                  </a:moveTo>
                  <a:lnTo>
                    <a:pt x="53479" y="0"/>
                  </a:lnTo>
                  <a:lnTo>
                    <a:pt x="32649" y="4207"/>
                  </a:lnTo>
                  <a:lnTo>
                    <a:pt x="15652" y="15677"/>
                  </a:lnTo>
                  <a:lnTo>
                    <a:pt x="4198" y="32678"/>
                  </a:lnTo>
                  <a:lnTo>
                    <a:pt x="0" y="53479"/>
                  </a:lnTo>
                  <a:lnTo>
                    <a:pt x="0" y="998541"/>
                  </a:lnTo>
                  <a:lnTo>
                    <a:pt x="4198" y="1019342"/>
                  </a:lnTo>
                  <a:lnTo>
                    <a:pt x="15652" y="1036343"/>
                  </a:lnTo>
                  <a:lnTo>
                    <a:pt x="32649" y="1047813"/>
                  </a:lnTo>
                  <a:lnTo>
                    <a:pt x="53479" y="1052021"/>
                  </a:lnTo>
                  <a:lnTo>
                    <a:pt x="466126" y="1052021"/>
                  </a:lnTo>
                  <a:lnTo>
                    <a:pt x="486956" y="1047813"/>
                  </a:lnTo>
                  <a:lnTo>
                    <a:pt x="503954" y="1036343"/>
                  </a:lnTo>
                  <a:lnTo>
                    <a:pt x="515408" y="1019342"/>
                  </a:lnTo>
                  <a:lnTo>
                    <a:pt x="519606" y="998541"/>
                  </a:lnTo>
                  <a:lnTo>
                    <a:pt x="519606" y="53479"/>
                  </a:lnTo>
                  <a:lnTo>
                    <a:pt x="515408" y="32678"/>
                  </a:lnTo>
                  <a:lnTo>
                    <a:pt x="503954" y="15677"/>
                  </a:lnTo>
                  <a:lnTo>
                    <a:pt x="486956" y="4207"/>
                  </a:lnTo>
                  <a:lnTo>
                    <a:pt x="4661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600037" y="2184387"/>
              <a:ext cx="520065" cy="635635"/>
            </a:xfrm>
            <a:custGeom>
              <a:avLst/>
              <a:gdLst/>
              <a:ahLst/>
              <a:cxnLst/>
              <a:rect l="l" t="t" r="r" b="b"/>
              <a:pathLst>
                <a:path w="520065" h="635635">
                  <a:moveTo>
                    <a:pt x="519607" y="625335"/>
                  </a:moveTo>
                  <a:lnTo>
                    <a:pt x="0" y="625335"/>
                  </a:lnTo>
                  <a:lnTo>
                    <a:pt x="0" y="635152"/>
                  </a:lnTo>
                  <a:lnTo>
                    <a:pt x="519607" y="635152"/>
                  </a:lnTo>
                  <a:lnTo>
                    <a:pt x="519607" y="625335"/>
                  </a:lnTo>
                  <a:close/>
                </a:path>
                <a:path w="520065" h="635635">
                  <a:moveTo>
                    <a:pt x="519607" y="416941"/>
                  </a:moveTo>
                  <a:lnTo>
                    <a:pt x="0" y="416941"/>
                  </a:lnTo>
                  <a:lnTo>
                    <a:pt x="0" y="426681"/>
                  </a:lnTo>
                  <a:lnTo>
                    <a:pt x="519607" y="426681"/>
                  </a:lnTo>
                  <a:lnTo>
                    <a:pt x="519607" y="416941"/>
                  </a:lnTo>
                  <a:close/>
                </a:path>
                <a:path w="520065" h="635635">
                  <a:moveTo>
                    <a:pt x="519607" y="208470"/>
                  </a:moveTo>
                  <a:lnTo>
                    <a:pt x="0" y="208470"/>
                  </a:lnTo>
                  <a:lnTo>
                    <a:pt x="0" y="218211"/>
                  </a:lnTo>
                  <a:lnTo>
                    <a:pt x="519607" y="218211"/>
                  </a:lnTo>
                  <a:lnTo>
                    <a:pt x="519607" y="208470"/>
                  </a:lnTo>
                  <a:close/>
                </a:path>
                <a:path w="520065" h="635635">
                  <a:moveTo>
                    <a:pt x="519607" y="0"/>
                  </a:moveTo>
                  <a:lnTo>
                    <a:pt x="0" y="0"/>
                  </a:lnTo>
                  <a:lnTo>
                    <a:pt x="0" y="9804"/>
                  </a:lnTo>
                  <a:lnTo>
                    <a:pt x="519607" y="9804"/>
                  </a:lnTo>
                  <a:lnTo>
                    <a:pt x="519607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65510" y="2013583"/>
              <a:ext cx="388734" cy="14293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65510" y="2430454"/>
              <a:ext cx="388734" cy="14293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65510" y="2638923"/>
              <a:ext cx="388734" cy="14293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65510" y="2847392"/>
              <a:ext cx="388734" cy="14293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523914" y="2113049"/>
              <a:ext cx="213360" cy="915035"/>
            </a:xfrm>
            <a:custGeom>
              <a:avLst/>
              <a:gdLst/>
              <a:ahLst/>
              <a:cxnLst/>
              <a:rect l="l" t="t" r="r" b="b"/>
              <a:pathLst>
                <a:path w="213359" h="915035">
                  <a:moveTo>
                    <a:pt x="166775" y="0"/>
                  </a:moveTo>
                  <a:lnTo>
                    <a:pt x="0" y="0"/>
                  </a:lnTo>
                  <a:lnTo>
                    <a:pt x="0" y="914949"/>
                  </a:lnTo>
                  <a:lnTo>
                    <a:pt x="166843" y="914949"/>
                  </a:lnTo>
                  <a:lnTo>
                    <a:pt x="184977" y="911251"/>
                  </a:lnTo>
                  <a:lnTo>
                    <a:pt x="199757" y="901255"/>
                  </a:lnTo>
                  <a:lnTo>
                    <a:pt x="209696" y="886457"/>
                  </a:lnTo>
                  <a:lnTo>
                    <a:pt x="213306" y="868350"/>
                  </a:lnTo>
                  <a:lnTo>
                    <a:pt x="213306" y="46462"/>
                  </a:lnTo>
                  <a:lnTo>
                    <a:pt x="209647" y="28367"/>
                  </a:lnTo>
                  <a:lnTo>
                    <a:pt x="199672" y="13599"/>
                  </a:lnTo>
                  <a:lnTo>
                    <a:pt x="184881" y="3648"/>
                  </a:lnTo>
                  <a:lnTo>
                    <a:pt x="16677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135111" y="2112913"/>
              <a:ext cx="452120" cy="915035"/>
            </a:xfrm>
            <a:custGeom>
              <a:avLst/>
              <a:gdLst/>
              <a:ahLst/>
              <a:cxnLst/>
              <a:rect l="l" t="t" r="r" b="b"/>
              <a:pathLst>
                <a:path w="452120" h="915035">
                  <a:moveTo>
                    <a:pt x="405425" y="0"/>
                  </a:moveTo>
                  <a:lnTo>
                    <a:pt x="46530" y="0"/>
                  </a:lnTo>
                  <a:lnTo>
                    <a:pt x="28425" y="3658"/>
                  </a:lnTo>
                  <a:lnTo>
                    <a:pt x="13633" y="13633"/>
                  </a:lnTo>
                  <a:lnTo>
                    <a:pt x="3658" y="28425"/>
                  </a:lnTo>
                  <a:lnTo>
                    <a:pt x="0" y="46530"/>
                  </a:lnTo>
                  <a:lnTo>
                    <a:pt x="0" y="868486"/>
                  </a:lnTo>
                  <a:lnTo>
                    <a:pt x="3658" y="886592"/>
                  </a:lnTo>
                  <a:lnTo>
                    <a:pt x="13633" y="901383"/>
                  </a:lnTo>
                  <a:lnTo>
                    <a:pt x="28425" y="911358"/>
                  </a:lnTo>
                  <a:lnTo>
                    <a:pt x="46530" y="915017"/>
                  </a:lnTo>
                  <a:lnTo>
                    <a:pt x="405425" y="915017"/>
                  </a:lnTo>
                  <a:lnTo>
                    <a:pt x="423531" y="911358"/>
                  </a:lnTo>
                  <a:lnTo>
                    <a:pt x="438322" y="901383"/>
                  </a:lnTo>
                  <a:lnTo>
                    <a:pt x="448297" y="886592"/>
                  </a:lnTo>
                  <a:lnTo>
                    <a:pt x="451956" y="868486"/>
                  </a:lnTo>
                  <a:lnTo>
                    <a:pt x="451956" y="46530"/>
                  </a:lnTo>
                  <a:lnTo>
                    <a:pt x="448297" y="28425"/>
                  </a:lnTo>
                  <a:lnTo>
                    <a:pt x="438322" y="13633"/>
                  </a:lnTo>
                  <a:lnTo>
                    <a:pt x="423531" y="3658"/>
                  </a:lnTo>
                  <a:lnTo>
                    <a:pt x="405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35101" y="2294280"/>
              <a:ext cx="452120" cy="552450"/>
            </a:xfrm>
            <a:custGeom>
              <a:avLst/>
              <a:gdLst/>
              <a:ahLst/>
              <a:cxnLst/>
              <a:rect l="l" t="t" r="r" b="b"/>
              <a:pathLst>
                <a:path w="452120" h="552450">
                  <a:moveTo>
                    <a:pt x="451954" y="543915"/>
                  </a:moveTo>
                  <a:lnTo>
                    <a:pt x="0" y="543915"/>
                  </a:lnTo>
                  <a:lnTo>
                    <a:pt x="0" y="552373"/>
                  </a:lnTo>
                  <a:lnTo>
                    <a:pt x="451954" y="552373"/>
                  </a:lnTo>
                  <a:lnTo>
                    <a:pt x="451954" y="543915"/>
                  </a:lnTo>
                  <a:close/>
                </a:path>
                <a:path w="452120" h="552450">
                  <a:moveTo>
                    <a:pt x="451954" y="362572"/>
                  </a:moveTo>
                  <a:lnTo>
                    <a:pt x="0" y="362572"/>
                  </a:lnTo>
                  <a:lnTo>
                    <a:pt x="0" y="371081"/>
                  </a:lnTo>
                  <a:lnTo>
                    <a:pt x="451954" y="371081"/>
                  </a:lnTo>
                  <a:lnTo>
                    <a:pt x="451954" y="362572"/>
                  </a:lnTo>
                  <a:close/>
                </a:path>
                <a:path w="452120" h="552450">
                  <a:moveTo>
                    <a:pt x="451954" y="181343"/>
                  </a:moveTo>
                  <a:lnTo>
                    <a:pt x="0" y="181343"/>
                  </a:lnTo>
                  <a:lnTo>
                    <a:pt x="0" y="189801"/>
                  </a:lnTo>
                  <a:lnTo>
                    <a:pt x="451954" y="189801"/>
                  </a:lnTo>
                  <a:lnTo>
                    <a:pt x="451954" y="181343"/>
                  </a:lnTo>
                  <a:close/>
                </a:path>
                <a:path w="452120" h="552450">
                  <a:moveTo>
                    <a:pt x="451954" y="0"/>
                  </a:moveTo>
                  <a:lnTo>
                    <a:pt x="0" y="0"/>
                  </a:lnTo>
                  <a:lnTo>
                    <a:pt x="0" y="8509"/>
                  </a:lnTo>
                  <a:lnTo>
                    <a:pt x="451954" y="8509"/>
                  </a:lnTo>
                  <a:lnTo>
                    <a:pt x="451954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191997" y="2145753"/>
              <a:ext cx="186055" cy="124460"/>
            </a:xfrm>
            <a:custGeom>
              <a:avLst/>
              <a:gdLst/>
              <a:ahLst/>
              <a:cxnLst/>
              <a:rect l="l" t="t" r="r" b="b"/>
              <a:pathLst>
                <a:path w="186054" h="124460">
                  <a:moveTo>
                    <a:pt x="185775" y="97497"/>
                  </a:moveTo>
                  <a:lnTo>
                    <a:pt x="178015" y="89725"/>
                  </a:lnTo>
                  <a:lnTo>
                    <a:pt x="168478" y="89725"/>
                  </a:lnTo>
                  <a:lnTo>
                    <a:pt x="7759" y="89725"/>
                  </a:lnTo>
                  <a:lnTo>
                    <a:pt x="0" y="97497"/>
                  </a:lnTo>
                  <a:lnTo>
                    <a:pt x="0" y="116497"/>
                  </a:lnTo>
                  <a:lnTo>
                    <a:pt x="7759" y="124269"/>
                  </a:lnTo>
                  <a:lnTo>
                    <a:pt x="178015" y="124269"/>
                  </a:lnTo>
                  <a:lnTo>
                    <a:pt x="185775" y="116497"/>
                  </a:lnTo>
                  <a:lnTo>
                    <a:pt x="185775" y="97497"/>
                  </a:lnTo>
                  <a:close/>
                </a:path>
                <a:path w="186054" h="124460">
                  <a:moveTo>
                    <a:pt x="185775" y="71602"/>
                  </a:moveTo>
                  <a:lnTo>
                    <a:pt x="185712" y="52590"/>
                  </a:lnTo>
                  <a:lnTo>
                    <a:pt x="178015" y="44894"/>
                  </a:lnTo>
                  <a:lnTo>
                    <a:pt x="7759" y="44894"/>
                  </a:lnTo>
                  <a:lnTo>
                    <a:pt x="63" y="52590"/>
                  </a:lnTo>
                  <a:lnTo>
                    <a:pt x="0" y="71602"/>
                  </a:lnTo>
                  <a:lnTo>
                    <a:pt x="7759" y="79375"/>
                  </a:lnTo>
                  <a:lnTo>
                    <a:pt x="178015" y="79375"/>
                  </a:lnTo>
                  <a:lnTo>
                    <a:pt x="185775" y="71602"/>
                  </a:lnTo>
                  <a:close/>
                </a:path>
                <a:path w="186054" h="124460">
                  <a:moveTo>
                    <a:pt x="185775" y="26771"/>
                  </a:moveTo>
                  <a:lnTo>
                    <a:pt x="185712" y="7696"/>
                  </a:lnTo>
                  <a:lnTo>
                    <a:pt x="178015" y="0"/>
                  </a:lnTo>
                  <a:lnTo>
                    <a:pt x="7759" y="0"/>
                  </a:lnTo>
                  <a:lnTo>
                    <a:pt x="63" y="7696"/>
                  </a:lnTo>
                  <a:lnTo>
                    <a:pt x="0" y="26771"/>
                  </a:lnTo>
                  <a:lnTo>
                    <a:pt x="7696" y="34544"/>
                  </a:lnTo>
                  <a:lnTo>
                    <a:pt x="178015" y="34544"/>
                  </a:lnTo>
                  <a:lnTo>
                    <a:pt x="185775" y="26771"/>
                  </a:lnTo>
                  <a:close/>
                </a:path>
              </a:pathLst>
            </a:custGeom>
            <a:solidFill>
              <a:srgbClr val="68C5C3">
                <a:alpha val="5960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393586" y="2870965"/>
              <a:ext cx="63500" cy="34925"/>
            </a:xfrm>
            <a:custGeom>
              <a:avLst/>
              <a:gdLst/>
              <a:ahLst/>
              <a:cxnLst/>
              <a:rect l="l" t="t" r="r" b="b"/>
              <a:pathLst>
                <a:path w="63500" h="34925">
                  <a:moveTo>
                    <a:pt x="63153" y="0"/>
                  </a:moveTo>
                  <a:lnTo>
                    <a:pt x="0" y="0"/>
                  </a:lnTo>
                  <a:lnTo>
                    <a:pt x="0" y="34472"/>
                  </a:lnTo>
                  <a:lnTo>
                    <a:pt x="63153" y="34472"/>
                  </a:lnTo>
                  <a:lnTo>
                    <a:pt x="6315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393586" y="2915724"/>
              <a:ext cx="63500" cy="34925"/>
            </a:xfrm>
            <a:custGeom>
              <a:avLst/>
              <a:gdLst/>
              <a:ahLst/>
              <a:cxnLst/>
              <a:rect l="l" t="t" r="r" b="b"/>
              <a:pathLst>
                <a:path w="63500" h="34925">
                  <a:moveTo>
                    <a:pt x="63153" y="0"/>
                  </a:moveTo>
                  <a:lnTo>
                    <a:pt x="0" y="0"/>
                  </a:lnTo>
                  <a:lnTo>
                    <a:pt x="0" y="34540"/>
                  </a:lnTo>
                  <a:lnTo>
                    <a:pt x="63153" y="34540"/>
                  </a:lnTo>
                  <a:lnTo>
                    <a:pt x="63153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393584" y="2870974"/>
              <a:ext cx="137160" cy="124460"/>
            </a:xfrm>
            <a:custGeom>
              <a:avLst/>
              <a:gdLst/>
              <a:ahLst/>
              <a:cxnLst/>
              <a:rect l="l" t="t" r="r" b="b"/>
              <a:pathLst>
                <a:path w="137159" h="124460">
                  <a:moveTo>
                    <a:pt x="63144" y="89725"/>
                  </a:moveTo>
                  <a:lnTo>
                    <a:pt x="0" y="89725"/>
                  </a:lnTo>
                  <a:lnTo>
                    <a:pt x="0" y="124256"/>
                  </a:lnTo>
                  <a:lnTo>
                    <a:pt x="63144" y="124256"/>
                  </a:lnTo>
                  <a:lnTo>
                    <a:pt x="63144" y="89725"/>
                  </a:lnTo>
                  <a:close/>
                </a:path>
                <a:path w="137159" h="124460">
                  <a:moveTo>
                    <a:pt x="136664" y="44754"/>
                  </a:moveTo>
                  <a:lnTo>
                    <a:pt x="73507" y="44754"/>
                  </a:lnTo>
                  <a:lnTo>
                    <a:pt x="73507" y="79298"/>
                  </a:lnTo>
                  <a:lnTo>
                    <a:pt x="136664" y="79298"/>
                  </a:lnTo>
                  <a:lnTo>
                    <a:pt x="136664" y="44754"/>
                  </a:lnTo>
                  <a:close/>
                </a:path>
                <a:path w="137159" h="124460">
                  <a:moveTo>
                    <a:pt x="136664" y="0"/>
                  </a:moveTo>
                  <a:lnTo>
                    <a:pt x="73507" y="0"/>
                  </a:lnTo>
                  <a:lnTo>
                    <a:pt x="73507" y="34467"/>
                  </a:lnTo>
                  <a:lnTo>
                    <a:pt x="136664" y="34467"/>
                  </a:lnTo>
                  <a:lnTo>
                    <a:pt x="136664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467095" y="2960688"/>
              <a:ext cx="63500" cy="34925"/>
            </a:xfrm>
            <a:custGeom>
              <a:avLst/>
              <a:gdLst/>
              <a:ahLst/>
              <a:cxnLst/>
              <a:rect l="l" t="t" r="r" b="b"/>
              <a:pathLst>
                <a:path w="63500" h="34925">
                  <a:moveTo>
                    <a:pt x="63153" y="0"/>
                  </a:moveTo>
                  <a:lnTo>
                    <a:pt x="0" y="0"/>
                  </a:lnTo>
                  <a:lnTo>
                    <a:pt x="0" y="34540"/>
                  </a:lnTo>
                  <a:lnTo>
                    <a:pt x="63153" y="34540"/>
                  </a:lnTo>
                  <a:lnTo>
                    <a:pt x="63153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191998" y="2416760"/>
              <a:ext cx="186055" cy="34925"/>
            </a:xfrm>
            <a:custGeom>
              <a:avLst/>
              <a:gdLst/>
              <a:ahLst/>
              <a:cxnLst/>
              <a:rect l="l" t="t" r="r" b="b"/>
              <a:pathLst>
                <a:path w="186054" h="34925">
                  <a:moveTo>
                    <a:pt x="178016" y="0"/>
                  </a:moveTo>
                  <a:lnTo>
                    <a:pt x="7698" y="0"/>
                  </a:lnTo>
                  <a:lnTo>
                    <a:pt x="0" y="7766"/>
                  </a:lnTo>
                  <a:lnTo>
                    <a:pt x="68" y="26842"/>
                  </a:lnTo>
                  <a:lnTo>
                    <a:pt x="7766" y="34540"/>
                  </a:lnTo>
                  <a:lnTo>
                    <a:pt x="178016" y="34540"/>
                  </a:lnTo>
                  <a:lnTo>
                    <a:pt x="185714" y="26842"/>
                  </a:lnTo>
                  <a:lnTo>
                    <a:pt x="185783" y="7766"/>
                  </a:lnTo>
                  <a:lnTo>
                    <a:pt x="17801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191997" y="2327046"/>
              <a:ext cx="186055" cy="79375"/>
            </a:xfrm>
            <a:custGeom>
              <a:avLst/>
              <a:gdLst/>
              <a:ahLst/>
              <a:cxnLst/>
              <a:rect l="l" t="t" r="r" b="b"/>
              <a:pathLst>
                <a:path w="186054" h="79375">
                  <a:moveTo>
                    <a:pt x="185775" y="52590"/>
                  </a:moveTo>
                  <a:lnTo>
                    <a:pt x="178015" y="44894"/>
                  </a:lnTo>
                  <a:lnTo>
                    <a:pt x="7759" y="44894"/>
                  </a:lnTo>
                  <a:lnTo>
                    <a:pt x="0" y="52590"/>
                  </a:lnTo>
                  <a:lnTo>
                    <a:pt x="63" y="71666"/>
                  </a:lnTo>
                  <a:lnTo>
                    <a:pt x="7759" y="79362"/>
                  </a:lnTo>
                  <a:lnTo>
                    <a:pt x="178015" y="79362"/>
                  </a:lnTo>
                  <a:lnTo>
                    <a:pt x="185712" y="71666"/>
                  </a:lnTo>
                  <a:lnTo>
                    <a:pt x="185775" y="52590"/>
                  </a:lnTo>
                  <a:close/>
                </a:path>
                <a:path w="186054" h="79375">
                  <a:moveTo>
                    <a:pt x="185775" y="7759"/>
                  </a:moveTo>
                  <a:lnTo>
                    <a:pt x="178015" y="0"/>
                  </a:lnTo>
                  <a:lnTo>
                    <a:pt x="168478" y="0"/>
                  </a:lnTo>
                  <a:lnTo>
                    <a:pt x="7759" y="0"/>
                  </a:lnTo>
                  <a:lnTo>
                    <a:pt x="0" y="7759"/>
                  </a:lnTo>
                  <a:lnTo>
                    <a:pt x="0" y="26771"/>
                  </a:lnTo>
                  <a:lnTo>
                    <a:pt x="7759" y="34531"/>
                  </a:lnTo>
                  <a:lnTo>
                    <a:pt x="178015" y="34531"/>
                  </a:lnTo>
                  <a:lnTo>
                    <a:pt x="185775" y="26771"/>
                  </a:lnTo>
                  <a:lnTo>
                    <a:pt x="185775" y="7759"/>
                  </a:lnTo>
                  <a:close/>
                </a:path>
              </a:pathLst>
            </a:custGeom>
            <a:solidFill>
              <a:srgbClr val="68C5C3">
                <a:alpha val="5960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393584" y="2689682"/>
              <a:ext cx="63500" cy="79375"/>
            </a:xfrm>
            <a:custGeom>
              <a:avLst/>
              <a:gdLst/>
              <a:ahLst/>
              <a:cxnLst/>
              <a:rect l="l" t="t" r="r" b="b"/>
              <a:pathLst>
                <a:path w="63500" h="79375">
                  <a:moveTo>
                    <a:pt x="63144" y="44831"/>
                  </a:moveTo>
                  <a:lnTo>
                    <a:pt x="0" y="44831"/>
                  </a:lnTo>
                  <a:lnTo>
                    <a:pt x="0" y="79298"/>
                  </a:lnTo>
                  <a:lnTo>
                    <a:pt x="63144" y="79298"/>
                  </a:lnTo>
                  <a:lnTo>
                    <a:pt x="63144" y="44831"/>
                  </a:lnTo>
                  <a:close/>
                </a:path>
                <a:path w="63500" h="79375">
                  <a:moveTo>
                    <a:pt x="63144" y="0"/>
                  </a:moveTo>
                  <a:lnTo>
                    <a:pt x="0" y="0"/>
                  </a:lnTo>
                  <a:lnTo>
                    <a:pt x="0" y="34544"/>
                  </a:lnTo>
                  <a:lnTo>
                    <a:pt x="63144" y="34544"/>
                  </a:lnTo>
                  <a:lnTo>
                    <a:pt x="63144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393584" y="2689682"/>
              <a:ext cx="137160" cy="124460"/>
            </a:xfrm>
            <a:custGeom>
              <a:avLst/>
              <a:gdLst/>
              <a:ahLst/>
              <a:cxnLst/>
              <a:rect l="l" t="t" r="r" b="b"/>
              <a:pathLst>
                <a:path w="137159" h="124460">
                  <a:moveTo>
                    <a:pt x="63144" y="89725"/>
                  </a:moveTo>
                  <a:lnTo>
                    <a:pt x="0" y="89725"/>
                  </a:lnTo>
                  <a:lnTo>
                    <a:pt x="0" y="124193"/>
                  </a:lnTo>
                  <a:lnTo>
                    <a:pt x="63144" y="124193"/>
                  </a:lnTo>
                  <a:lnTo>
                    <a:pt x="63144" y="89725"/>
                  </a:lnTo>
                  <a:close/>
                </a:path>
                <a:path w="137159" h="124460">
                  <a:moveTo>
                    <a:pt x="136664" y="0"/>
                  </a:moveTo>
                  <a:lnTo>
                    <a:pt x="73507" y="0"/>
                  </a:lnTo>
                  <a:lnTo>
                    <a:pt x="73507" y="34544"/>
                  </a:lnTo>
                  <a:lnTo>
                    <a:pt x="136664" y="34544"/>
                  </a:lnTo>
                  <a:lnTo>
                    <a:pt x="136664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467095" y="2734506"/>
              <a:ext cx="63500" cy="34925"/>
            </a:xfrm>
            <a:custGeom>
              <a:avLst/>
              <a:gdLst/>
              <a:ahLst/>
              <a:cxnLst/>
              <a:rect l="l" t="t" r="r" b="b"/>
              <a:pathLst>
                <a:path w="63500" h="34925">
                  <a:moveTo>
                    <a:pt x="63153" y="0"/>
                  </a:moveTo>
                  <a:lnTo>
                    <a:pt x="0" y="0"/>
                  </a:lnTo>
                  <a:lnTo>
                    <a:pt x="0" y="34472"/>
                  </a:lnTo>
                  <a:lnTo>
                    <a:pt x="63153" y="34472"/>
                  </a:lnTo>
                  <a:lnTo>
                    <a:pt x="6315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467095" y="2779402"/>
              <a:ext cx="63500" cy="34925"/>
            </a:xfrm>
            <a:custGeom>
              <a:avLst/>
              <a:gdLst/>
              <a:ahLst/>
              <a:cxnLst/>
              <a:rect l="l" t="t" r="r" b="b"/>
              <a:pathLst>
                <a:path w="63500" h="34925">
                  <a:moveTo>
                    <a:pt x="63153" y="0"/>
                  </a:moveTo>
                  <a:lnTo>
                    <a:pt x="0" y="0"/>
                  </a:lnTo>
                  <a:lnTo>
                    <a:pt x="0" y="34472"/>
                  </a:lnTo>
                  <a:lnTo>
                    <a:pt x="63153" y="34472"/>
                  </a:lnTo>
                  <a:lnTo>
                    <a:pt x="63153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91998" y="2508323"/>
              <a:ext cx="338251" cy="124264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191997" y="2689682"/>
              <a:ext cx="186055" cy="124460"/>
            </a:xfrm>
            <a:custGeom>
              <a:avLst/>
              <a:gdLst/>
              <a:ahLst/>
              <a:cxnLst/>
              <a:rect l="l" t="t" r="r" b="b"/>
              <a:pathLst>
                <a:path w="186054" h="124460">
                  <a:moveTo>
                    <a:pt x="185775" y="97421"/>
                  </a:moveTo>
                  <a:lnTo>
                    <a:pt x="178015" y="89725"/>
                  </a:lnTo>
                  <a:lnTo>
                    <a:pt x="7759" y="89725"/>
                  </a:lnTo>
                  <a:lnTo>
                    <a:pt x="0" y="97421"/>
                  </a:lnTo>
                  <a:lnTo>
                    <a:pt x="63" y="116497"/>
                  </a:lnTo>
                  <a:lnTo>
                    <a:pt x="7759" y="124193"/>
                  </a:lnTo>
                  <a:lnTo>
                    <a:pt x="178015" y="124193"/>
                  </a:lnTo>
                  <a:lnTo>
                    <a:pt x="185712" y="116497"/>
                  </a:lnTo>
                  <a:lnTo>
                    <a:pt x="185775" y="97421"/>
                  </a:lnTo>
                  <a:close/>
                </a:path>
                <a:path w="186054" h="124460">
                  <a:moveTo>
                    <a:pt x="185775" y="52527"/>
                  </a:moveTo>
                  <a:lnTo>
                    <a:pt x="178015" y="44831"/>
                  </a:lnTo>
                  <a:lnTo>
                    <a:pt x="168478" y="44831"/>
                  </a:lnTo>
                  <a:lnTo>
                    <a:pt x="7759" y="44831"/>
                  </a:lnTo>
                  <a:lnTo>
                    <a:pt x="0" y="52527"/>
                  </a:lnTo>
                  <a:lnTo>
                    <a:pt x="0" y="71602"/>
                  </a:lnTo>
                  <a:lnTo>
                    <a:pt x="7759" y="79298"/>
                  </a:lnTo>
                  <a:lnTo>
                    <a:pt x="178015" y="79298"/>
                  </a:lnTo>
                  <a:lnTo>
                    <a:pt x="185775" y="71602"/>
                  </a:lnTo>
                  <a:lnTo>
                    <a:pt x="185775" y="52527"/>
                  </a:lnTo>
                  <a:close/>
                </a:path>
                <a:path w="186054" h="124460">
                  <a:moveTo>
                    <a:pt x="185775" y="26708"/>
                  </a:moveTo>
                  <a:lnTo>
                    <a:pt x="185712" y="7696"/>
                  </a:lnTo>
                  <a:lnTo>
                    <a:pt x="178015" y="0"/>
                  </a:lnTo>
                  <a:lnTo>
                    <a:pt x="7759" y="0"/>
                  </a:lnTo>
                  <a:lnTo>
                    <a:pt x="63" y="7696"/>
                  </a:lnTo>
                  <a:lnTo>
                    <a:pt x="0" y="26708"/>
                  </a:lnTo>
                  <a:lnTo>
                    <a:pt x="7696" y="34480"/>
                  </a:lnTo>
                  <a:lnTo>
                    <a:pt x="178015" y="34480"/>
                  </a:lnTo>
                  <a:lnTo>
                    <a:pt x="185775" y="26708"/>
                  </a:lnTo>
                  <a:close/>
                </a:path>
              </a:pathLst>
            </a:custGeom>
            <a:solidFill>
              <a:srgbClr val="68C5C3">
                <a:alpha val="5960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393586" y="2327037"/>
              <a:ext cx="63500" cy="34925"/>
            </a:xfrm>
            <a:custGeom>
              <a:avLst/>
              <a:gdLst/>
              <a:ahLst/>
              <a:cxnLst/>
              <a:rect l="l" t="t" r="r" b="b"/>
              <a:pathLst>
                <a:path w="63500" h="34925">
                  <a:moveTo>
                    <a:pt x="63153" y="0"/>
                  </a:moveTo>
                  <a:lnTo>
                    <a:pt x="0" y="0"/>
                  </a:lnTo>
                  <a:lnTo>
                    <a:pt x="0" y="34540"/>
                  </a:lnTo>
                  <a:lnTo>
                    <a:pt x="63153" y="34540"/>
                  </a:lnTo>
                  <a:lnTo>
                    <a:pt x="6315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393586" y="2371932"/>
              <a:ext cx="63500" cy="34925"/>
            </a:xfrm>
            <a:custGeom>
              <a:avLst/>
              <a:gdLst/>
              <a:ahLst/>
              <a:cxnLst/>
              <a:rect l="l" t="t" r="r" b="b"/>
              <a:pathLst>
                <a:path w="63500" h="34925">
                  <a:moveTo>
                    <a:pt x="63153" y="0"/>
                  </a:moveTo>
                  <a:lnTo>
                    <a:pt x="0" y="0"/>
                  </a:lnTo>
                  <a:lnTo>
                    <a:pt x="0" y="34472"/>
                  </a:lnTo>
                  <a:lnTo>
                    <a:pt x="63153" y="34472"/>
                  </a:lnTo>
                  <a:lnTo>
                    <a:pt x="63153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393586" y="2416828"/>
              <a:ext cx="63500" cy="34925"/>
            </a:xfrm>
            <a:custGeom>
              <a:avLst/>
              <a:gdLst/>
              <a:ahLst/>
              <a:cxnLst/>
              <a:rect l="l" t="t" r="r" b="b"/>
              <a:pathLst>
                <a:path w="63500" h="34925">
                  <a:moveTo>
                    <a:pt x="63153" y="0"/>
                  </a:moveTo>
                  <a:lnTo>
                    <a:pt x="0" y="0"/>
                  </a:lnTo>
                  <a:lnTo>
                    <a:pt x="0" y="34472"/>
                  </a:lnTo>
                  <a:lnTo>
                    <a:pt x="63153" y="34472"/>
                  </a:lnTo>
                  <a:lnTo>
                    <a:pt x="6315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467095" y="2327037"/>
              <a:ext cx="63500" cy="34925"/>
            </a:xfrm>
            <a:custGeom>
              <a:avLst/>
              <a:gdLst/>
              <a:ahLst/>
              <a:cxnLst/>
              <a:rect l="l" t="t" r="r" b="b"/>
              <a:pathLst>
                <a:path w="63500" h="34925">
                  <a:moveTo>
                    <a:pt x="63153" y="0"/>
                  </a:moveTo>
                  <a:lnTo>
                    <a:pt x="0" y="0"/>
                  </a:lnTo>
                  <a:lnTo>
                    <a:pt x="0" y="34540"/>
                  </a:lnTo>
                  <a:lnTo>
                    <a:pt x="63153" y="34540"/>
                  </a:lnTo>
                  <a:lnTo>
                    <a:pt x="63153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467092" y="2371940"/>
              <a:ext cx="63500" cy="79375"/>
            </a:xfrm>
            <a:custGeom>
              <a:avLst/>
              <a:gdLst/>
              <a:ahLst/>
              <a:cxnLst/>
              <a:rect l="l" t="t" r="r" b="b"/>
              <a:pathLst>
                <a:path w="63500" h="79375">
                  <a:moveTo>
                    <a:pt x="63157" y="44894"/>
                  </a:moveTo>
                  <a:lnTo>
                    <a:pt x="0" y="44894"/>
                  </a:lnTo>
                  <a:lnTo>
                    <a:pt x="0" y="79362"/>
                  </a:lnTo>
                  <a:lnTo>
                    <a:pt x="63157" y="79362"/>
                  </a:lnTo>
                  <a:lnTo>
                    <a:pt x="63157" y="44894"/>
                  </a:lnTo>
                  <a:close/>
                </a:path>
                <a:path w="63500" h="79375">
                  <a:moveTo>
                    <a:pt x="63157" y="0"/>
                  </a:moveTo>
                  <a:lnTo>
                    <a:pt x="0" y="0"/>
                  </a:lnTo>
                  <a:lnTo>
                    <a:pt x="0" y="34467"/>
                  </a:lnTo>
                  <a:lnTo>
                    <a:pt x="63157" y="34467"/>
                  </a:lnTo>
                  <a:lnTo>
                    <a:pt x="63157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191997" y="2870974"/>
              <a:ext cx="186055" cy="124460"/>
            </a:xfrm>
            <a:custGeom>
              <a:avLst/>
              <a:gdLst/>
              <a:ahLst/>
              <a:cxnLst/>
              <a:rect l="l" t="t" r="r" b="b"/>
              <a:pathLst>
                <a:path w="186054" h="124460">
                  <a:moveTo>
                    <a:pt x="185775" y="116420"/>
                  </a:moveTo>
                  <a:lnTo>
                    <a:pt x="185712" y="97421"/>
                  </a:lnTo>
                  <a:lnTo>
                    <a:pt x="178015" y="89725"/>
                  </a:lnTo>
                  <a:lnTo>
                    <a:pt x="7759" y="89725"/>
                  </a:lnTo>
                  <a:lnTo>
                    <a:pt x="63" y="97421"/>
                  </a:lnTo>
                  <a:lnTo>
                    <a:pt x="0" y="116420"/>
                  </a:lnTo>
                  <a:lnTo>
                    <a:pt x="7696" y="124193"/>
                  </a:lnTo>
                  <a:lnTo>
                    <a:pt x="178015" y="124193"/>
                  </a:lnTo>
                  <a:lnTo>
                    <a:pt x="185775" y="116420"/>
                  </a:lnTo>
                  <a:close/>
                </a:path>
                <a:path w="186054" h="124460">
                  <a:moveTo>
                    <a:pt x="185775" y="52590"/>
                  </a:moveTo>
                  <a:lnTo>
                    <a:pt x="178015" y="44894"/>
                  </a:lnTo>
                  <a:lnTo>
                    <a:pt x="7759" y="44894"/>
                  </a:lnTo>
                  <a:lnTo>
                    <a:pt x="0" y="52590"/>
                  </a:lnTo>
                  <a:lnTo>
                    <a:pt x="63" y="71602"/>
                  </a:lnTo>
                  <a:lnTo>
                    <a:pt x="7759" y="79298"/>
                  </a:lnTo>
                  <a:lnTo>
                    <a:pt x="178015" y="79298"/>
                  </a:lnTo>
                  <a:lnTo>
                    <a:pt x="185712" y="71602"/>
                  </a:lnTo>
                  <a:lnTo>
                    <a:pt x="185775" y="52590"/>
                  </a:lnTo>
                  <a:close/>
                </a:path>
                <a:path w="186054" h="124460">
                  <a:moveTo>
                    <a:pt x="185775" y="7696"/>
                  </a:moveTo>
                  <a:lnTo>
                    <a:pt x="178015" y="0"/>
                  </a:lnTo>
                  <a:lnTo>
                    <a:pt x="168478" y="0"/>
                  </a:lnTo>
                  <a:lnTo>
                    <a:pt x="7759" y="0"/>
                  </a:lnTo>
                  <a:lnTo>
                    <a:pt x="0" y="7696"/>
                  </a:lnTo>
                  <a:lnTo>
                    <a:pt x="0" y="26771"/>
                  </a:lnTo>
                  <a:lnTo>
                    <a:pt x="7759" y="34467"/>
                  </a:lnTo>
                  <a:lnTo>
                    <a:pt x="178015" y="34467"/>
                  </a:lnTo>
                  <a:lnTo>
                    <a:pt x="185775" y="26771"/>
                  </a:lnTo>
                  <a:lnTo>
                    <a:pt x="185775" y="7696"/>
                  </a:lnTo>
                  <a:close/>
                </a:path>
              </a:pathLst>
            </a:custGeom>
            <a:solidFill>
              <a:srgbClr val="68C5C3">
                <a:alpha val="5960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393586" y="2145818"/>
              <a:ext cx="63500" cy="34925"/>
            </a:xfrm>
            <a:custGeom>
              <a:avLst/>
              <a:gdLst/>
              <a:ahLst/>
              <a:cxnLst/>
              <a:rect l="l" t="t" r="r" b="b"/>
              <a:pathLst>
                <a:path w="63500" h="34925">
                  <a:moveTo>
                    <a:pt x="63153" y="0"/>
                  </a:moveTo>
                  <a:lnTo>
                    <a:pt x="0" y="0"/>
                  </a:lnTo>
                  <a:lnTo>
                    <a:pt x="0" y="34472"/>
                  </a:lnTo>
                  <a:lnTo>
                    <a:pt x="63153" y="34472"/>
                  </a:lnTo>
                  <a:lnTo>
                    <a:pt x="63153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393584" y="2145829"/>
              <a:ext cx="137160" cy="124460"/>
            </a:xfrm>
            <a:custGeom>
              <a:avLst/>
              <a:gdLst/>
              <a:ahLst/>
              <a:cxnLst/>
              <a:rect l="l" t="t" r="r" b="b"/>
              <a:pathLst>
                <a:path w="137159" h="124460">
                  <a:moveTo>
                    <a:pt x="63144" y="89649"/>
                  </a:moveTo>
                  <a:lnTo>
                    <a:pt x="0" y="89649"/>
                  </a:lnTo>
                  <a:lnTo>
                    <a:pt x="0" y="124193"/>
                  </a:lnTo>
                  <a:lnTo>
                    <a:pt x="63144" y="124193"/>
                  </a:lnTo>
                  <a:lnTo>
                    <a:pt x="63144" y="89649"/>
                  </a:lnTo>
                  <a:close/>
                </a:path>
                <a:path w="137159" h="124460">
                  <a:moveTo>
                    <a:pt x="63144" y="44754"/>
                  </a:moveTo>
                  <a:lnTo>
                    <a:pt x="0" y="44754"/>
                  </a:lnTo>
                  <a:lnTo>
                    <a:pt x="0" y="79298"/>
                  </a:lnTo>
                  <a:lnTo>
                    <a:pt x="63144" y="79298"/>
                  </a:lnTo>
                  <a:lnTo>
                    <a:pt x="63144" y="44754"/>
                  </a:lnTo>
                  <a:close/>
                </a:path>
                <a:path w="137159" h="124460">
                  <a:moveTo>
                    <a:pt x="136664" y="44754"/>
                  </a:moveTo>
                  <a:lnTo>
                    <a:pt x="73507" y="44754"/>
                  </a:lnTo>
                  <a:lnTo>
                    <a:pt x="73507" y="79298"/>
                  </a:lnTo>
                  <a:lnTo>
                    <a:pt x="136664" y="79298"/>
                  </a:lnTo>
                  <a:lnTo>
                    <a:pt x="136664" y="44754"/>
                  </a:lnTo>
                  <a:close/>
                </a:path>
                <a:path w="137159" h="124460">
                  <a:moveTo>
                    <a:pt x="136664" y="0"/>
                  </a:moveTo>
                  <a:lnTo>
                    <a:pt x="73507" y="0"/>
                  </a:lnTo>
                  <a:lnTo>
                    <a:pt x="73507" y="34467"/>
                  </a:lnTo>
                  <a:lnTo>
                    <a:pt x="136664" y="34467"/>
                  </a:lnTo>
                  <a:lnTo>
                    <a:pt x="136664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467095" y="2235474"/>
              <a:ext cx="63500" cy="34925"/>
            </a:xfrm>
            <a:custGeom>
              <a:avLst/>
              <a:gdLst/>
              <a:ahLst/>
              <a:cxnLst/>
              <a:rect l="l" t="t" r="r" b="b"/>
              <a:pathLst>
                <a:path w="63500" h="34925">
                  <a:moveTo>
                    <a:pt x="63153" y="0"/>
                  </a:moveTo>
                  <a:lnTo>
                    <a:pt x="0" y="0"/>
                  </a:lnTo>
                  <a:lnTo>
                    <a:pt x="0" y="34540"/>
                  </a:lnTo>
                  <a:lnTo>
                    <a:pt x="63153" y="34540"/>
                  </a:lnTo>
                  <a:lnTo>
                    <a:pt x="63153" y="0"/>
                  </a:lnTo>
                  <a:close/>
                </a:path>
              </a:pathLst>
            </a:custGeom>
            <a:solidFill>
              <a:srgbClr val="68C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3489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4936EC9-41D3-972E-3BCB-FDE014A180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308345"/>
              </p:ext>
            </p:extLst>
          </p:nvPr>
        </p:nvGraphicFramePr>
        <p:xfrm>
          <a:off x="323903" y="905069"/>
          <a:ext cx="11875710" cy="57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3172597" imgH="9608694" progId="Excel.Sheet.12">
                  <p:link updateAutomatic="1"/>
                </p:oleObj>
              </mc:Choice>
              <mc:Fallback>
                <p:oleObj name="Worksheet" r:id="rId2" imgW="23172597" imgH="9608694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4936EC9-41D3-972E-3BCB-FDE014A180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3903" y="905069"/>
                        <a:ext cx="11875710" cy="57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39E29C-61FC-E4B5-83C4-ECEF627EA85D}"/>
              </a:ext>
            </a:extLst>
          </p:cNvPr>
          <p:cNvSpPr/>
          <p:nvPr/>
        </p:nvSpPr>
        <p:spPr>
          <a:xfrm>
            <a:off x="11840551" y="905069"/>
            <a:ext cx="351450" cy="57010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4466F-B12C-7376-F746-80FF0DB8E78A}"/>
              </a:ext>
            </a:extLst>
          </p:cNvPr>
          <p:cNvSpPr txBox="1"/>
          <p:nvPr/>
        </p:nvSpPr>
        <p:spPr>
          <a:xfrm>
            <a:off x="4528457" y="126164"/>
            <a:ext cx="3135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30353F"/>
                </a:solidFill>
                <a:latin typeface="Agency FB" panose="020B0503020202020204" pitchFamily="34" charset="0"/>
              </a:rPr>
              <a:t>MY DASHBOARD</a:t>
            </a:r>
            <a:endParaRPr lang="en-IN" sz="3200" dirty="0">
              <a:solidFill>
                <a:srgbClr val="30353F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12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9229E31-1062-40C6-8AD7-0AE50F65EC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745739"/>
              </p:ext>
            </p:extLst>
          </p:nvPr>
        </p:nvGraphicFramePr>
        <p:xfrm>
          <a:off x="-299194" y="-142240"/>
          <a:ext cx="4724400" cy="332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B636842-8134-1BE1-1908-FDB85EED6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28" y="567849"/>
            <a:ext cx="1639778" cy="190214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02F97C-5028-7A95-2333-7ED90F43F1A0}"/>
              </a:ext>
            </a:extLst>
          </p:cNvPr>
          <p:cNvSpPr/>
          <p:nvPr/>
        </p:nvSpPr>
        <p:spPr>
          <a:xfrm>
            <a:off x="5619753" y="609055"/>
            <a:ext cx="5927480" cy="194137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AA1A729-8BFA-0FE2-7B4C-EE9EBB857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049" y="715665"/>
            <a:ext cx="588264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Email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is the most common channel for submitting complaints</a:t>
            </a:r>
            <a:endParaRPr lang="en-US" altLang="en-US" dirty="0">
              <a:latin typeface="Agency FB" panose="020B0503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gency FB" panose="020B0503020202020204" pitchFamily="34" charset="0"/>
              </a:rPr>
              <a:t>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ther channels 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phone, postal mail, and web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are also used to some extent.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Fax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is still used for a small percentage of complaints.</a:t>
            </a:r>
          </a:p>
        </p:txBody>
      </p:sp>
      <p:sp>
        <p:nvSpPr>
          <p:cNvPr id="9" name="TextBox 150">
            <a:extLst>
              <a:ext uri="{FF2B5EF4-FFF2-40B4-BE49-F238E27FC236}">
                <a16:creationId xmlns:a16="http://schemas.microsoft.com/office/drawing/2014/main" id="{F5ACF467-A75D-F2CE-595E-82C5BC5EB77A}"/>
              </a:ext>
            </a:extLst>
          </p:cNvPr>
          <p:cNvSpPr txBox="1"/>
          <p:nvPr/>
        </p:nvSpPr>
        <p:spPr>
          <a:xfrm>
            <a:off x="826832" y="284449"/>
            <a:ext cx="3917191" cy="56679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dirty="0">
                <a:solidFill>
                  <a:srgbClr val="003049"/>
                </a:solidFill>
                <a:latin typeface="Bahnschrift" panose="020B0502040204020203" pitchFamily="34" charset="0"/>
              </a:rPr>
              <a:t> Sources</a:t>
            </a:r>
            <a:r>
              <a:rPr lang="en-IN" sz="2000" baseline="0" dirty="0">
                <a:solidFill>
                  <a:srgbClr val="003049"/>
                </a:solidFill>
                <a:latin typeface="Bahnschrift" panose="020B0502040204020203" pitchFamily="34" charset="0"/>
              </a:rPr>
              <a:t> </a:t>
            </a:r>
            <a:r>
              <a:rPr lang="en-IN" sz="2000" dirty="0">
                <a:solidFill>
                  <a:srgbClr val="003049"/>
                </a:solidFill>
                <a:latin typeface="Bahnschrift" panose="020B0502040204020203" pitchFamily="34" charset="0"/>
              </a:rPr>
              <a:t>of</a:t>
            </a:r>
            <a:r>
              <a:rPr lang="en-IN" sz="2000" baseline="0" dirty="0">
                <a:solidFill>
                  <a:srgbClr val="003049"/>
                </a:solidFill>
                <a:latin typeface="Bahnschrift" panose="020B0502040204020203" pitchFamily="34" charset="0"/>
              </a:rPr>
              <a:t> Complaint </a:t>
            </a:r>
            <a:endParaRPr lang="en-IN" sz="2000" dirty="0">
              <a:solidFill>
                <a:srgbClr val="003049"/>
              </a:solidFill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12" name="Chart 11">
                <a:extLst>
                  <a:ext uri="{FF2B5EF4-FFF2-40B4-BE49-F238E27FC236}">
                    <a16:creationId xmlns:a16="http://schemas.microsoft.com/office/drawing/2014/main" id="{733454AB-DD2E-480E-8B37-B58EBA06A01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80151249"/>
                  </p:ext>
                </p:extLst>
              </p:nvPr>
            </p:nvGraphicFramePr>
            <p:xfrm>
              <a:off x="5933440" y="2934042"/>
              <a:ext cx="6202170" cy="414844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12" name="Chart 11">
                <a:extLst>
                  <a:ext uri="{FF2B5EF4-FFF2-40B4-BE49-F238E27FC236}">
                    <a16:creationId xmlns:a16="http://schemas.microsoft.com/office/drawing/2014/main" id="{733454AB-DD2E-480E-8B37-B58EBA06A0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3440" y="2934042"/>
                <a:ext cx="6202170" cy="4148446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59F1FDF-E91B-2064-3C09-A76E7EF217AE}"/>
              </a:ext>
            </a:extLst>
          </p:cNvPr>
          <p:cNvSpPr/>
          <p:nvPr/>
        </p:nvSpPr>
        <p:spPr>
          <a:xfrm>
            <a:off x="168520" y="4300990"/>
            <a:ext cx="5927480" cy="194137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8BA19AB-BDD0-CDA0-AF92-594461D27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308" y="4596294"/>
            <a:ext cx="592748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California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has the highest number of complaints (1977), followed by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Texas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(1040)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Florida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(1255).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Alaska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has the lowest number of complaints (19). </a:t>
            </a:r>
          </a:p>
        </p:txBody>
      </p:sp>
    </p:spTree>
    <p:extLst>
      <p:ext uri="{BB962C8B-B14F-4D97-AF65-F5344CB8AC3E}">
        <p14:creationId xmlns:p14="http://schemas.microsoft.com/office/powerpoint/2010/main" val="258307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5CD8DF0-236F-53A8-77D4-1B7490966B82}"/>
              </a:ext>
            </a:extLst>
          </p:cNvPr>
          <p:cNvGrpSpPr/>
          <p:nvPr/>
        </p:nvGrpSpPr>
        <p:grpSpPr>
          <a:xfrm>
            <a:off x="124442" y="115117"/>
            <a:ext cx="5125601" cy="3527375"/>
            <a:chOff x="95524" y="-232372"/>
            <a:chExt cx="6217967" cy="4063573"/>
          </a:xfrm>
        </p:grpSpPr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482712C4-EB9F-4B67-BD33-CDDD42965A3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40366157"/>
                </p:ext>
              </p:extLst>
            </p:nvPr>
          </p:nvGraphicFramePr>
          <p:xfrm>
            <a:off x="95524" y="513819"/>
            <a:ext cx="6217967" cy="33173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6" name="TextBox 189">
              <a:extLst>
                <a:ext uri="{FF2B5EF4-FFF2-40B4-BE49-F238E27FC236}">
                  <a16:creationId xmlns:a16="http://schemas.microsoft.com/office/drawing/2014/main" id="{A79EED3B-1697-BBDA-7870-DA404EB98CC7}"/>
                </a:ext>
              </a:extLst>
            </p:cNvPr>
            <p:cNvSpPr txBox="1"/>
            <p:nvPr/>
          </p:nvSpPr>
          <p:spPr>
            <a:xfrm>
              <a:off x="446801" y="-232372"/>
              <a:ext cx="5654389" cy="41056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2000" dirty="0">
                  <a:solidFill>
                    <a:srgbClr val="003049"/>
                  </a:solidFill>
                  <a:latin typeface="Bahnschrift" panose="020B0502040204020203" pitchFamily="34" charset="0"/>
                </a:rPr>
                <a:t>Yearly Complaints and</a:t>
              </a:r>
              <a:r>
                <a:rPr lang="en-IN" sz="2000" baseline="0" dirty="0">
                  <a:solidFill>
                    <a:srgbClr val="003049"/>
                  </a:solidFill>
                  <a:latin typeface="Bahnschrift" panose="020B0502040204020203" pitchFamily="34" charset="0"/>
                </a:rPr>
                <a:t> Resolving Time</a:t>
              </a:r>
              <a:endParaRPr lang="en-IN" sz="2000" dirty="0">
                <a:solidFill>
                  <a:srgbClr val="003049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11" name="TextBox 175">
            <a:extLst>
              <a:ext uri="{FF2B5EF4-FFF2-40B4-BE49-F238E27FC236}">
                <a16:creationId xmlns:a16="http://schemas.microsoft.com/office/drawing/2014/main" id="{5294479C-E2D6-9A22-B971-C1546B4AD3E2}"/>
              </a:ext>
            </a:extLst>
          </p:cNvPr>
          <p:cNvSpPr txBox="1"/>
          <p:nvPr/>
        </p:nvSpPr>
        <p:spPr>
          <a:xfrm>
            <a:off x="6996627" y="3069713"/>
            <a:ext cx="5026852" cy="43006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0" i="0" baseline="0" dirty="0">
                <a:solidFill>
                  <a:srgbClr val="003049"/>
                </a:solidFill>
                <a:effectLst/>
                <a:latin typeface="Bahnschrift" panose="020B0502040204020203" pitchFamily="34" charset="0"/>
                <a:ea typeface="+mn-ea"/>
                <a:cs typeface="+mn-cs"/>
              </a:rPr>
              <a:t>Companies with most timely response</a:t>
            </a:r>
            <a:endParaRPr lang="en-IN" sz="2000" dirty="0">
              <a:solidFill>
                <a:srgbClr val="003049"/>
              </a:solidFill>
              <a:effectLst/>
              <a:latin typeface="Bahnschrift" panose="020B0502040204020203" pitchFamily="34" charset="0"/>
            </a:endParaRPr>
          </a:p>
          <a:p>
            <a:endParaRPr lang="en-IN" sz="2000" dirty="0">
              <a:solidFill>
                <a:srgbClr val="003049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D37B4B-5CF3-4777-0CB6-6CB1D7E09C28}"/>
              </a:ext>
            </a:extLst>
          </p:cNvPr>
          <p:cNvSpPr/>
          <p:nvPr/>
        </p:nvSpPr>
        <p:spPr>
          <a:xfrm>
            <a:off x="5619753" y="619215"/>
            <a:ext cx="5927480" cy="194137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04F35-0F4A-1EAC-B795-5C558D4C79F1}"/>
              </a:ext>
            </a:extLst>
          </p:cNvPr>
          <p:cNvSpPr txBox="1"/>
          <p:nvPr/>
        </p:nvSpPr>
        <p:spPr>
          <a:xfrm>
            <a:off x="5738814" y="816026"/>
            <a:ext cx="56893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The number of complaints has generally </a:t>
            </a:r>
            <a:r>
              <a:rPr lang="en-US" sz="2000" dirty="0">
                <a:solidFill>
                  <a:srgbClr val="C00000"/>
                </a:solidFill>
                <a:latin typeface="Agency FB" panose="020B0503020202020204" pitchFamily="34" charset="0"/>
              </a:rPr>
              <a:t>decreased</a:t>
            </a:r>
            <a:r>
              <a:rPr lang="en-US" sz="2000" dirty="0">
                <a:latin typeface="Agency FB" panose="020B0503020202020204" pitchFamily="34" charset="0"/>
              </a:rPr>
              <a:t> from 2013 to 2016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The average resolving time has also </a:t>
            </a:r>
            <a:r>
              <a:rPr lang="en-US" sz="2000" dirty="0">
                <a:solidFill>
                  <a:srgbClr val="C00000"/>
                </a:solidFill>
                <a:latin typeface="Agency FB" panose="020B0503020202020204" pitchFamily="34" charset="0"/>
              </a:rPr>
              <a:t>decreased</a:t>
            </a:r>
            <a:r>
              <a:rPr lang="en-US" sz="2000" dirty="0">
                <a:latin typeface="Agency FB" panose="020B0503020202020204" pitchFamily="34" charset="0"/>
              </a:rPr>
              <a:t> over the same period</a:t>
            </a:r>
            <a:endParaRPr lang="en-IN" sz="2000" dirty="0">
              <a:latin typeface="Agency FB" panose="020B0503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9E38E2-482B-2BA8-7062-A63328642191}"/>
              </a:ext>
            </a:extLst>
          </p:cNvPr>
          <p:cNvSpPr/>
          <p:nvPr/>
        </p:nvSpPr>
        <p:spPr>
          <a:xfrm>
            <a:off x="168521" y="4055168"/>
            <a:ext cx="5927480" cy="194137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3DD88364-6F66-5FAE-251F-AC3FC3480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57" y="4364136"/>
            <a:ext cx="576674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Bank of America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has the highest number of complaints, followed by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Wells Fargo &amp; Company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JPMorgan Chase &amp; Co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Equifax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has the lowest number of complaints. 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F2B59F2D-2DDE-458C-8497-4246C9C84E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4374486"/>
              </p:ext>
            </p:extLst>
          </p:nvPr>
        </p:nvGraphicFramePr>
        <p:xfrm>
          <a:off x="6061384" y="3472490"/>
          <a:ext cx="5962095" cy="3106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44024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58A8366B-1D42-43D0-87E4-B7BC3F2C1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5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9C3048E-984B-47E6-9078-57F65B5548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6243384"/>
              </p:ext>
            </p:extLst>
          </p:nvPr>
        </p:nvGraphicFramePr>
        <p:xfrm>
          <a:off x="56565" y="256120"/>
          <a:ext cx="5584258" cy="3679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F0A41E-74D3-5E26-A36C-96CBE032F6A6}"/>
              </a:ext>
            </a:extLst>
          </p:cNvPr>
          <p:cNvSpPr/>
          <p:nvPr/>
        </p:nvSpPr>
        <p:spPr>
          <a:xfrm>
            <a:off x="107674" y="4018066"/>
            <a:ext cx="6364246" cy="235515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3D0183-D187-B329-ED83-D7A6E60FD15A}"/>
              </a:ext>
            </a:extLst>
          </p:cNvPr>
          <p:cNvSpPr/>
          <p:nvPr/>
        </p:nvSpPr>
        <p:spPr>
          <a:xfrm>
            <a:off x="6008300" y="369919"/>
            <a:ext cx="6076025" cy="194137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EE0859E-8D27-3D24-7B20-7706C90E9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40443"/>
            <a:ext cx="6096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Mortgage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has the highest number of complaints (3346), followed by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Account or 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(2429)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Credit card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(2752).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Virtual currency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has the lowest number of complaints (1). </a:t>
            </a:r>
          </a:p>
        </p:txBody>
      </p:sp>
      <p:sp>
        <p:nvSpPr>
          <p:cNvPr id="18" name="TextBox 172">
            <a:extLst>
              <a:ext uri="{FF2B5EF4-FFF2-40B4-BE49-F238E27FC236}">
                <a16:creationId xmlns:a16="http://schemas.microsoft.com/office/drawing/2014/main" id="{C2836B08-8BD2-4000-AD67-98910D352ED4}"/>
              </a:ext>
            </a:extLst>
          </p:cNvPr>
          <p:cNvSpPr txBox="1"/>
          <p:nvPr/>
        </p:nvSpPr>
        <p:spPr>
          <a:xfrm>
            <a:off x="1428429" y="359853"/>
            <a:ext cx="3246402" cy="4001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0" dirty="0">
                <a:solidFill>
                  <a:srgbClr val="003049"/>
                </a:solidFill>
                <a:latin typeface="Bahnschrift" panose="020B0502040204020203" pitchFamily="34" charset="0"/>
              </a:rPr>
              <a:t>Average</a:t>
            </a:r>
            <a:r>
              <a:rPr lang="en-IN" sz="2000" b="0" baseline="0" dirty="0">
                <a:solidFill>
                  <a:srgbClr val="003049"/>
                </a:solidFill>
                <a:latin typeface="Bahnschrift" panose="020B0502040204020203" pitchFamily="34" charset="0"/>
              </a:rPr>
              <a:t> Issue Per Product</a:t>
            </a:r>
            <a:endParaRPr lang="en-IN" sz="2000" b="0" dirty="0">
              <a:solidFill>
                <a:srgbClr val="003049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C0DAF5-23B9-490E-2EF3-8C3E3E9715EE}"/>
              </a:ext>
            </a:extLst>
          </p:cNvPr>
          <p:cNvGrpSpPr/>
          <p:nvPr/>
        </p:nvGrpSpPr>
        <p:grpSpPr>
          <a:xfrm>
            <a:off x="6666197" y="3262099"/>
            <a:ext cx="5802736" cy="3449211"/>
            <a:chOff x="470458" y="352701"/>
            <a:chExt cx="6415102" cy="3661354"/>
          </a:xfrm>
        </p:grpSpPr>
        <p:graphicFrame>
          <p:nvGraphicFramePr>
            <p:cNvPr id="21" name="Chart 20">
              <a:extLst>
                <a:ext uri="{FF2B5EF4-FFF2-40B4-BE49-F238E27FC236}">
                  <a16:creationId xmlns:a16="http://schemas.microsoft.com/office/drawing/2014/main" id="{CBE0A954-EA56-40A8-8FA0-B7420EA05DA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94319056"/>
                </p:ext>
              </p:extLst>
            </p:nvPr>
          </p:nvGraphicFramePr>
          <p:xfrm>
            <a:off x="470458" y="796282"/>
            <a:ext cx="6008845" cy="32177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2" name="TextBox 190">
              <a:extLst>
                <a:ext uri="{FF2B5EF4-FFF2-40B4-BE49-F238E27FC236}">
                  <a16:creationId xmlns:a16="http://schemas.microsoft.com/office/drawing/2014/main" id="{5D84ADC7-4ED1-94E8-2D0C-5867FA58B73C}"/>
                </a:ext>
              </a:extLst>
            </p:cNvPr>
            <p:cNvSpPr txBox="1"/>
            <p:nvPr/>
          </p:nvSpPr>
          <p:spPr>
            <a:xfrm>
              <a:off x="709349" y="352701"/>
              <a:ext cx="6176211" cy="494631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600" b="0" dirty="0">
                  <a:solidFill>
                    <a:srgbClr val="003049"/>
                  </a:solidFill>
                  <a:latin typeface="Bahnschrift" panose="020B0502040204020203" pitchFamily="34" charset="0"/>
                  <a:cs typeface="Arial" panose="020B0604020202020204" pitchFamily="34" charset="0"/>
                </a:rPr>
                <a:t>Top 10</a:t>
              </a:r>
              <a:r>
                <a:rPr lang="en-IN" sz="1600" b="0" baseline="0" dirty="0">
                  <a:solidFill>
                    <a:srgbClr val="003049"/>
                  </a:solidFill>
                  <a:latin typeface="Bahnschrift" panose="020B0502040204020203" pitchFamily="34" charset="0"/>
                  <a:cs typeface="Arial" panose="020B0604020202020204" pitchFamily="34" charset="0"/>
                </a:rPr>
                <a:t> </a:t>
              </a:r>
              <a:r>
                <a:rPr lang="en-US" sz="1600" b="0" baseline="0" dirty="0">
                  <a:solidFill>
                    <a:srgbClr val="003049"/>
                  </a:solidFill>
                  <a:latin typeface="Bahnschrift" panose="020B0502040204020203" pitchFamily="34" charset="0"/>
                  <a:cs typeface="Arial" panose="020B0604020202020204" pitchFamily="34" charset="0"/>
                </a:rPr>
                <a:t>Companies with Issues and avg Resolving time</a:t>
              </a:r>
              <a:endParaRPr lang="en-IN" sz="1600" b="0" dirty="0">
                <a:solidFill>
                  <a:srgbClr val="003049"/>
                </a:solidFill>
                <a:latin typeface="Bahnschrift" panose="020B0502040204020203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Rectangle 2">
            <a:extLst>
              <a:ext uri="{FF2B5EF4-FFF2-40B4-BE49-F238E27FC236}">
                <a16:creationId xmlns:a16="http://schemas.microsoft.com/office/drawing/2014/main" id="{2AB319A9-A71A-59F5-EDCC-2B9E73939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21" y="4259157"/>
            <a:ext cx="643682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b="1" dirty="0">
                <a:latin typeface="Agency FB" panose="020B0503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Bank of America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has the highest number of complaints (1066), followed by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Wells Fargo &amp; Company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(947)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JPMorgan Chase &amp; Co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. (877).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U.S. Bancorp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has the lowest number of complaints (309).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The average resolving time varies among companies, with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Equifax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Ocwen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 having the lowest average resolving times (0.8). </a:t>
            </a:r>
          </a:p>
        </p:txBody>
      </p:sp>
    </p:spTree>
    <p:extLst>
      <p:ext uri="{BB962C8B-B14F-4D97-AF65-F5344CB8AC3E}">
        <p14:creationId xmlns:p14="http://schemas.microsoft.com/office/powerpoint/2010/main" val="1676837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883608A-660F-E1FC-1926-09B2DF380CA3}"/>
              </a:ext>
            </a:extLst>
          </p:cNvPr>
          <p:cNvGrpSpPr/>
          <p:nvPr/>
        </p:nvGrpSpPr>
        <p:grpSpPr>
          <a:xfrm>
            <a:off x="574782" y="2049131"/>
            <a:ext cx="3959477" cy="1199581"/>
            <a:chOff x="0" y="0"/>
            <a:chExt cx="3959477" cy="119958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80BDA5D-C8AD-7658-D059-A9F1C11B692B}"/>
                </a:ext>
              </a:extLst>
            </p:cNvPr>
            <p:cNvSpPr/>
            <p:nvPr/>
          </p:nvSpPr>
          <p:spPr>
            <a:xfrm>
              <a:off x="40753" y="4000"/>
              <a:ext cx="3024461" cy="100962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>
                <a:ln>
                  <a:solidFill>
                    <a:srgbClr val="002060"/>
                  </a:solidFill>
                </a:ln>
              </a:endParaRPr>
            </a:p>
          </p:txBody>
        </p:sp>
        <p:sp>
          <p:nvSpPr>
            <p:cNvPr id="5" name="TextBox 199">
              <a:extLst>
                <a:ext uri="{FF2B5EF4-FFF2-40B4-BE49-F238E27FC236}">
                  <a16:creationId xmlns:a16="http://schemas.microsoft.com/office/drawing/2014/main" id="{16D94FD8-478C-F92B-998E-C6DD70548C3F}"/>
                </a:ext>
              </a:extLst>
            </p:cNvPr>
            <p:cNvSpPr txBox="1"/>
            <p:nvPr/>
          </p:nvSpPr>
          <p:spPr>
            <a:xfrm>
              <a:off x="1092134" y="415363"/>
              <a:ext cx="2867343" cy="78421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DD9A02F5-1197-4FAB-B375-2C48A975C213}" type="TxLink">
                <a:rPr lang="en-US" sz="2800" b="0" i="0" u="none" strike="noStrike">
                  <a:solidFill>
                    <a:srgbClr val="003049"/>
                  </a:solidFill>
                  <a:latin typeface="Gill Sans MT" panose="020B0502020104020203" pitchFamily="34" charset="0"/>
                </a:rPr>
                <a:pPr/>
                <a:t>77.59</a:t>
              </a:fld>
              <a:r>
                <a:rPr lang="en-US" sz="2800" b="0" i="0" u="none" strike="noStrike" dirty="0">
                  <a:solidFill>
                    <a:srgbClr val="003049"/>
                  </a:solidFill>
                  <a:latin typeface="Gill Sans MT"/>
                </a:rPr>
                <a:t>%</a:t>
              </a:r>
              <a:endParaRPr lang="en-IN" sz="5400" dirty="0">
                <a:solidFill>
                  <a:srgbClr val="003049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6" name="TextBox 200">
              <a:extLst>
                <a:ext uri="{FF2B5EF4-FFF2-40B4-BE49-F238E27FC236}">
                  <a16:creationId xmlns:a16="http://schemas.microsoft.com/office/drawing/2014/main" id="{CB04EA1C-C204-AF11-F89D-C4403C27AF46}"/>
                </a:ext>
              </a:extLst>
            </p:cNvPr>
            <p:cNvSpPr txBox="1"/>
            <p:nvPr/>
          </p:nvSpPr>
          <p:spPr>
            <a:xfrm>
              <a:off x="0" y="0"/>
              <a:ext cx="3169478" cy="41120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2400" dirty="0">
                  <a:solidFill>
                    <a:srgbClr val="C00000"/>
                  </a:solidFill>
                  <a:latin typeface="Agency FB" panose="020B0503020202020204" pitchFamily="34" charset="0"/>
                </a:rPr>
                <a:t>   Customer Satisfaction</a:t>
              </a:r>
              <a:r>
                <a:rPr lang="en-IN" sz="2400" baseline="0" dirty="0">
                  <a:solidFill>
                    <a:srgbClr val="C00000"/>
                  </a:solidFill>
                  <a:latin typeface="Agency FB" panose="020B0503020202020204" pitchFamily="34" charset="0"/>
                </a:rPr>
                <a:t> Rate</a:t>
              </a:r>
              <a:endParaRPr lang="en-IN" sz="2400" dirty="0">
                <a:solidFill>
                  <a:srgbClr val="C00000"/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DC8214C-FC1F-2EBF-3EA1-31D8F5A6F3FF}"/>
              </a:ext>
            </a:extLst>
          </p:cNvPr>
          <p:cNvGrpSpPr/>
          <p:nvPr/>
        </p:nvGrpSpPr>
        <p:grpSpPr>
          <a:xfrm>
            <a:off x="8722224" y="2048879"/>
            <a:ext cx="3469776" cy="1009624"/>
            <a:chOff x="0" y="0"/>
            <a:chExt cx="3469776" cy="100962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C2C57F3-5826-DD8A-3AB5-9E310D231C30}"/>
                </a:ext>
              </a:extLst>
            </p:cNvPr>
            <p:cNvSpPr/>
            <p:nvPr/>
          </p:nvSpPr>
          <p:spPr>
            <a:xfrm>
              <a:off x="0" y="0"/>
              <a:ext cx="3024462" cy="100962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/>
            </a:p>
          </p:txBody>
        </p:sp>
        <p:sp>
          <p:nvSpPr>
            <p:cNvPr id="9" name="TextBox 201">
              <a:extLst>
                <a:ext uri="{FF2B5EF4-FFF2-40B4-BE49-F238E27FC236}">
                  <a16:creationId xmlns:a16="http://schemas.microsoft.com/office/drawing/2014/main" id="{268E6F20-C6A8-AE17-ACD4-F1C4A44526A1}"/>
                </a:ext>
              </a:extLst>
            </p:cNvPr>
            <p:cNvSpPr txBox="1"/>
            <p:nvPr/>
          </p:nvSpPr>
          <p:spPr>
            <a:xfrm>
              <a:off x="932894" y="431893"/>
              <a:ext cx="1533939" cy="47279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D529D1E4-9CB1-4C49-B0C9-FB234F178F8E}" type="TxLink">
                <a:rPr lang="en-US" sz="2800" b="0" i="0" u="none" strike="noStrike">
                  <a:solidFill>
                    <a:srgbClr val="003049"/>
                  </a:solidFill>
                  <a:latin typeface="Gill Sans MT"/>
                </a:rPr>
                <a:pPr/>
                <a:t>98.39</a:t>
              </a:fld>
              <a:r>
                <a:rPr lang="en-US" sz="2800" b="0" i="0" u="none" strike="noStrike" dirty="0">
                  <a:solidFill>
                    <a:srgbClr val="003049"/>
                  </a:solidFill>
                  <a:latin typeface="Gill Sans MT"/>
                </a:rPr>
                <a:t>%</a:t>
              </a:r>
              <a:endParaRPr lang="en-IN" sz="2800" dirty="0">
                <a:solidFill>
                  <a:srgbClr val="003049"/>
                </a:solidFill>
              </a:endParaRPr>
            </a:p>
          </p:txBody>
        </p:sp>
        <p:sp>
          <p:nvSpPr>
            <p:cNvPr id="10" name="TextBox 202">
              <a:extLst>
                <a:ext uri="{FF2B5EF4-FFF2-40B4-BE49-F238E27FC236}">
                  <a16:creationId xmlns:a16="http://schemas.microsoft.com/office/drawing/2014/main" id="{096DC335-D938-4EEE-B65C-088F2059484F}"/>
                </a:ext>
              </a:extLst>
            </p:cNvPr>
            <p:cNvSpPr txBox="1"/>
            <p:nvPr/>
          </p:nvSpPr>
          <p:spPr>
            <a:xfrm>
              <a:off x="320002" y="11044"/>
              <a:ext cx="3149774" cy="41003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2400" dirty="0">
                  <a:solidFill>
                    <a:srgbClr val="C00000"/>
                  </a:solidFill>
                  <a:latin typeface="Agency FB" panose="020B0503020202020204" pitchFamily="34" charset="0"/>
                </a:rPr>
                <a:t>Timely Response Rate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E42129-F569-36B7-982C-DB337AA48538}"/>
              </a:ext>
            </a:extLst>
          </p:cNvPr>
          <p:cNvGrpSpPr/>
          <p:nvPr/>
        </p:nvGrpSpPr>
        <p:grpSpPr>
          <a:xfrm>
            <a:off x="4726807" y="2048879"/>
            <a:ext cx="3024461" cy="1188768"/>
            <a:chOff x="0" y="0"/>
            <a:chExt cx="3024461" cy="118876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8E63196-F474-4AD2-A662-CD9E8C862C87}"/>
                </a:ext>
              </a:extLst>
            </p:cNvPr>
            <p:cNvSpPr/>
            <p:nvPr/>
          </p:nvSpPr>
          <p:spPr>
            <a:xfrm>
              <a:off x="0" y="0"/>
              <a:ext cx="3024461" cy="100962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/>
            </a:p>
          </p:txBody>
        </p:sp>
        <p:sp>
          <p:nvSpPr>
            <p:cNvPr id="13" name="TextBox 204">
              <a:extLst>
                <a:ext uri="{FF2B5EF4-FFF2-40B4-BE49-F238E27FC236}">
                  <a16:creationId xmlns:a16="http://schemas.microsoft.com/office/drawing/2014/main" id="{4B68D676-ADD2-4191-BDE0-CC489E036C4E}"/>
                </a:ext>
              </a:extLst>
            </p:cNvPr>
            <p:cNvSpPr txBox="1"/>
            <p:nvPr/>
          </p:nvSpPr>
          <p:spPr>
            <a:xfrm>
              <a:off x="187740" y="22087"/>
              <a:ext cx="2815761" cy="41003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2400">
                  <a:solidFill>
                    <a:srgbClr val="C00000"/>
                  </a:solidFill>
                  <a:latin typeface="Agency FB" panose="020B0503020202020204" pitchFamily="34" charset="0"/>
                </a:rPr>
                <a:t>Average</a:t>
              </a:r>
              <a:r>
                <a:rPr lang="en-IN" sz="2400" baseline="0">
                  <a:solidFill>
                    <a:srgbClr val="C00000"/>
                  </a:solidFill>
                  <a:latin typeface="Agency FB" panose="020B0503020202020204" pitchFamily="34" charset="0"/>
                </a:rPr>
                <a:t> Resolution Time </a:t>
              </a:r>
              <a:endParaRPr lang="en-IN" sz="2400">
                <a:solidFill>
                  <a:srgbClr val="C00000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14" name="TextBox 205">
              <a:extLst>
                <a:ext uri="{FF2B5EF4-FFF2-40B4-BE49-F238E27FC236}">
                  <a16:creationId xmlns:a16="http://schemas.microsoft.com/office/drawing/2014/main" id="{D384EA5B-2E06-4025-A43A-7C76FA4679C0}"/>
                </a:ext>
              </a:extLst>
            </p:cNvPr>
            <p:cNvSpPr txBox="1"/>
            <p:nvPr/>
          </p:nvSpPr>
          <p:spPr>
            <a:xfrm>
              <a:off x="1148785" y="431189"/>
              <a:ext cx="1530626" cy="757579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E119D4D-18EA-4146-B27B-4477E15576EF}" type="TxLink">
                <a:rPr lang="en-US" sz="2800" b="0" i="0" u="none" strike="noStrike">
                  <a:solidFill>
                    <a:srgbClr val="003049"/>
                  </a:solidFill>
                  <a:latin typeface="Gill Sans MT" panose="020B0502020104020203" pitchFamily="34" charset="0"/>
                  <a:cs typeface="Arial" panose="020B0604020202020204" pitchFamily="34" charset="0"/>
                </a:rPr>
                <a:pPr/>
                <a:t>2.01</a:t>
              </a:fld>
              <a:endParaRPr lang="en-IN" sz="2800" dirty="0">
                <a:solidFill>
                  <a:srgbClr val="003049"/>
                </a:solidFill>
                <a:latin typeface="Gill Sans MT" panose="020B0502020104020203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F12622F-7705-7A6D-EDA0-CA9D5B377B98}"/>
              </a:ext>
            </a:extLst>
          </p:cNvPr>
          <p:cNvGrpSpPr/>
          <p:nvPr/>
        </p:nvGrpSpPr>
        <p:grpSpPr>
          <a:xfrm>
            <a:off x="952910" y="4666965"/>
            <a:ext cx="3285433" cy="1009624"/>
            <a:chOff x="0" y="0"/>
            <a:chExt cx="3285433" cy="100962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D5DBE71-106A-06C6-AC2B-25698C5E7936}"/>
                </a:ext>
              </a:extLst>
            </p:cNvPr>
            <p:cNvSpPr/>
            <p:nvPr/>
          </p:nvSpPr>
          <p:spPr>
            <a:xfrm>
              <a:off x="0" y="0"/>
              <a:ext cx="3024460" cy="100962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/>
            </a:p>
          </p:txBody>
        </p:sp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CAEF2709-6343-4468-8664-D58E20EA35F6}"/>
                </a:ext>
              </a:extLst>
            </p:cNvPr>
            <p:cNvSpPr txBox="1"/>
            <p:nvPr/>
          </p:nvSpPr>
          <p:spPr>
            <a:xfrm>
              <a:off x="287130" y="0"/>
              <a:ext cx="2998303" cy="519044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2400" dirty="0" err="1">
                  <a:solidFill>
                    <a:srgbClr val="C00000"/>
                  </a:solidFill>
                  <a:latin typeface="Agency FB" panose="020B0503020202020204" pitchFamily="34" charset="0"/>
                </a:rPr>
                <a:t>Avg</a:t>
              </a:r>
              <a:r>
                <a:rPr lang="en-IN" sz="2400" baseline="0" dirty="0">
                  <a:solidFill>
                    <a:srgbClr val="C00000"/>
                  </a:solidFill>
                  <a:latin typeface="Agency FB" panose="020B0503020202020204" pitchFamily="34" charset="0"/>
                </a:rPr>
                <a:t> Issue Per Product</a:t>
              </a:r>
              <a:endParaRPr lang="en-IN" sz="2400" dirty="0">
                <a:solidFill>
                  <a:srgbClr val="C00000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30" name="TextBox 18">
              <a:extLst>
                <a:ext uri="{FF2B5EF4-FFF2-40B4-BE49-F238E27FC236}">
                  <a16:creationId xmlns:a16="http://schemas.microsoft.com/office/drawing/2014/main" id="{963B6E6E-E081-4B94-AE02-34386C03283E}"/>
                </a:ext>
              </a:extLst>
            </p:cNvPr>
            <p:cNvSpPr txBox="1"/>
            <p:nvPr/>
          </p:nvSpPr>
          <p:spPr>
            <a:xfrm>
              <a:off x="877956" y="386521"/>
              <a:ext cx="1225827" cy="47487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>
                  <a:solidFill>
                    <a:srgbClr val="003049"/>
                  </a:solidFill>
                  <a:latin typeface="Gill Sans MT" panose="020B0502020104020203" pitchFamily="34" charset="0"/>
                </a:rPr>
                <a:t>1166.6</a:t>
              </a:r>
              <a:endParaRPr lang="en-IN" sz="2800" dirty="0">
                <a:solidFill>
                  <a:srgbClr val="003049"/>
                </a:solidFill>
                <a:latin typeface="Gill Sans MT" panose="020B050202010402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4ACE07-1250-0BC7-4D4C-394B0049E1AA}"/>
              </a:ext>
            </a:extLst>
          </p:cNvPr>
          <p:cNvGrpSpPr/>
          <p:nvPr/>
        </p:nvGrpSpPr>
        <p:grpSpPr>
          <a:xfrm>
            <a:off x="4534259" y="4666965"/>
            <a:ext cx="3456609" cy="1009624"/>
            <a:chOff x="0" y="0"/>
            <a:chExt cx="3456609" cy="1009624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90F94E8-56A2-2845-E430-18E04207B659}"/>
                </a:ext>
              </a:extLst>
            </p:cNvPr>
            <p:cNvSpPr/>
            <p:nvPr/>
          </p:nvSpPr>
          <p:spPr>
            <a:xfrm>
              <a:off x="0" y="0"/>
              <a:ext cx="3024461" cy="100962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/>
            </a:p>
          </p:txBody>
        </p:sp>
        <p:sp>
          <p:nvSpPr>
            <p:cNvPr id="33" name="TextBox 21">
              <a:extLst>
                <a:ext uri="{FF2B5EF4-FFF2-40B4-BE49-F238E27FC236}">
                  <a16:creationId xmlns:a16="http://schemas.microsoft.com/office/drawing/2014/main" id="{C5B1E226-CC58-45D7-96F3-5F61C9815EFF}"/>
                </a:ext>
              </a:extLst>
            </p:cNvPr>
            <p:cNvSpPr txBox="1"/>
            <p:nvPr/>
          </p:nvSpPr>
          <p:spPr>
            <a:xfrm>
              <a:off x="889000" y="11044"/>
              <a:ext cx="2567609" cy="419652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2400">
                  <a:solidFill>
                    <a:srgbClr val="C00000"/>
                  </a:solidFill>
                  <a:latin typeface="Agency FB" panose="020B0503020202020204" pitchFamily="34" charset="0"/>
                </a:rPr>
                <a:t>Total Issues</a:t>
              </a:r>
            </a:p>
          </p:txBody>
        </p:sp>
        <p:sp>
          <p:nvSpPr>
            <p:cNvPr id="34" name="TextBox 3">
              <a:extLst>
                <a:ext uri="{FF2B5EF4-FFF2-40B4-BE49-F238E27FC236}">
                  <a16:creationId xmlns:a16="http://schemas.microsoft.com/office/drawing/2014/main" id="{6A4B9A92-DDFF-FEFD-7E69-A7A1BB72E619}"/>
                </a:ext>
              </a:extLst>
            </p:cNvPr>
            <p:cNvSpPr txBox="1"/>
            <p:nvPr/>
          </p:nvSpPr>
          <p:spPr>
            <a:xfrm>
              <a:off x="1086913" y="407956"/>
              <a:ext cx="1321076" cy="49954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476FDAB-6CE9-444B-A03B-7F6D1E5285E3}" type="TxLink">
                <a:rPr lang="en-US" sz="3200" b="0" i="0" u="none" strike="noStrike">
                  <a:solidFill>
                    <a:srgbClr val="003049"/>
                  </a:solidFill>
                  <a:latin typeface="Gill Sans MT"/>
                </a:rPr>
                <a:pPr/>
                <a:t>14000</a:t>
              </a:fld>
              <a:endParaRPr lang="en-IN" sz="3200">
                <a:solidFill>
                  <a:srgbClr val="003049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8E30B1-3CD7-3F1A-496F-A356BA40E875}"/>
              </a:ext>
            </a:extLst>
          </p:cNvPr>
          <p:cNvGrpSpPr/>
          <p:nvPr/>
        </p:nvGrpSpPr>
        <p:grpSpPr>
          <a:xfrm>
            <a:off x="8582700" y="4616064"/>
            <a:ext cx="3174999" cy="1009624"/>
            <a:chOff x="0" y="0"/>
            <a:chExt cx="3174999" cy="1009624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F1F399D-7C55-8C58-3CDE-A15F1295EE16}"/>
                </a:ext>
              </a:extLst>
            </p:cNvPr>
            <p:cNvSpPr/>
            <p:nvPr/>
          </p:nvSpPr>
          <p:spPr>
            <a:xfrm>
              <a:off x="0" y="0"/>
              <a:ext cx="3024461" cy="100962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/>
            </a:p>
          </p:txBody>
        </p:sp>
        <p:sp>
          <p:nvSpPr>
            <p:cNvPr id="37" name="TextBox 22">
              <a:extLst>
                <a:ext uri="{FF2B5EF4-FFF2-40B4-BE49-F238E27FC236}">
                  <a16:creationId xmlns:a16="http://schemas.microsoft.com/office/drawing/2014/main" id="{FAD3095D-E2CB-4DF2-959C-481B8B7F8E11}"/>
                </a:ext>
              </a:extLst>
            </p:cNvPr>
            <p:cNvSpPr txBox="1"/>
            <p:nvPr/>
          </p:nvSpPr>
          <p:spPr>
            <a:xfrm>
              <a:off x="712303" y="11043"/>
              <a:ext cx="2462696" cy="46382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2400">
                  <a:solidFill>
                    <a:srgbClr val="C00000"/>
                  </a:solidFill>
                  <a:latin typeface="Agency FB" panose="020B0503020202020204" pitchFamily="34" charset="0"/>
                </a:rPr>
                <a:t>Total</a:t>
              </a:r>
              <a:r>
                <a:rPr lang="en-IN" sz="2400" baseline="0">
                  <a:solidFill>
                    <a:srgbClr val="C00000"/>
                  </a:solidFill>
                  <a:latin typeface="Agency FB" panose="020B0503020202020204" pitchFamily="34" charset="0"/>
                </a:rPr>
                <a:t> Companies</a:t>
              </a:r>
              <a:endParaRPr lang="en-IN" sz="2400">
                <a:solidFill>
                  <a:srgbClr val="C00000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38" name="TextBox 23">
              <a:extLst>
                <a:ext uri="{FF2B5EF4-FFF2-40B4-BE49-F238E27FC236}">
                  <a16:creationId xmlns:a16="http://schemas.microsoft.com/office/drawing/2014/main" id="{84E6853F-C5AE-4C6B-B38C-3CB67DC847CF}"/>
                </a:ext>
              </a:extLst>
            </p:cNvPr>
            <p:cNvSpPr txBox="1"/>
            <p:nvPr/>
          </p:nvSpPr>
          <p:spPr>
            <a:xfrm>
              <a:off x="1170608" y="397565"/>
              <a:ext cx="1137479" cy="419652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2800" dirty="0">
                  <a:solidFill>
                    <a:srgbClr val="003049"/>
                  </a:solidFill>
                  <a:latin typeface="Gill Sans MT" panose="020B0502020104020203" pitchFamily="34" charset="0"/>
                </a:rPr>
                <a:t>3471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023B044-FD53-FB8C-DBAC-A501F3CE373A}"/>
              </a:ext>
            </a:extLst>
          </p:cNvPr>
          <p:cNvSpPr txBox="1"/>
          <p:nvPr/>
        </p:nvSpPr>
        <p:spPr>
          <a:xfrm>
            <a:off x="4597264" y="440417"/>
            <a:ext cx="4124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003049"/>
                </a:solidFill>
                <a:latin typeface="Agency FB" panose="020B0503020202020204" pitchFamily="34" charset="0"/>
              </a:rPr>
              <a:t>Primary Insight</a:t>
            </a:r>
            <a:endParaRPr lang="en-IN" sz="4400" dirty="0">
              <a:solidFill>
                <a:srgbClr val="003049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88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C85655-B1AA-C56B-EDF5-DB567BE5C392}"/>
              </a:ext>
            </a:extLst>
          </p:cNvPr>
          <p:cNvSpPr/>
          <p:nvPr/>
        </p:nvSpPr>
        <p:spPr>
          <a:xfrm>
            <a:off x="0" y="0"/>
            <a:ext cx="12192000" cy="68848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003049"/>
              </a:buCl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B7DC9424-7B62-FF2C-5F55-2EEF4C5A33DC}"/>
              </a:ext>
            </a:extLst>
          </p:cNvPr>
          <p:cNvPicPr/>
          <p:nvPr/>
        </p:nvPicPr>
        <p:blipFill>
          <a:blip r:embed="rId2" cstate="print"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7525" y="1249680"/>
            <a:ext cx="4508711" cy="5521042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01CB0175-54BF-E34A-1C83-00B0F923227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2240" y="1639103"/>
            <a:ext cx="1190752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04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Customer Satisfaction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gency FB" panose="020B0503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gency FB" panose="020B0503020202020204" pitchFamily="34" charset="0"/>
              </a:rPr>
              <a:t>Increase the overall customer satisfaction rate by addressing specific pain points and improving customer experience.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049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04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Issue Per Product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gency FB" panose="020B0503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gency FB" panose="020B0503020202020204" pitchFamily="34" charset="0"/>
              </a:rPr>
              <a:t>Reduce the average issue per product by identifying and addressing product-specific issues.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049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gency FB" panose="020B0503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04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Complaint Volume: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gency FB" panose="020B0503020202020204" pitchFamily="34" charset="0"/>
              </a:rPr>
              <a:t>Implement strategies to reduce the overall volume of complaints, such as improving product quality, enhancing customer education, and optimizing complaint handling processes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gency FB" panose="020B0503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049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04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Resolution Time: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gency FB" panose="020B0503020202020204" pitchFamily="34" charset="0"/>
              </a:rPr>
              <a:t>Continue to optimize complaint resolution processes to further reduce the average resolution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049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04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Company Performance: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gency FB" panose="020B0503020202020204" pitchFamily="34" charset="0"/>
              </a:rPr>
              <a:t>Provide additional support and resources to companies with high complaint volumes or long resolving times to help them improve their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049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04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gency FB" panose="020B0503020202020204" pitchFamily="34" charset="0"/>
              </a:rPr>
              <a:t>Communication Channels: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gency FB" panose="020B0503020202020204" pitchFamily="34" charset="0"/>
              </a:rPr>
              <a:t>Evaluate the effectiveness of different communication channels and optimize them to enhance customer communication and satisfaction.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9A8228-647A-1A02-10E8-BF3BA400193D}"/>
              </a:ext>
            </a:extLst>
          </p:cNvPr>
          <p:cNvSpPr txBox="1"/>
          <p:nvPr/>
        </p:nvSpPr>
        <p:spPr>
          <a:xfrm>
            <a:off x="4378959" y="212192"/>
            <a:ext cx="4887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>
                    <a:lumMod val="25000"/>
                  </a:schemeClr>
                </a:solidFill>
                <a:latin typeface="Agency FB" panose="020B0503020202020204" pitchFamily="34" charset="0"/>
              </a:rPr>
              <a:t>Conclusion</a:t>
            </a:r>
            <a:endParaRPr lang="en-IN" sz="5400" dirty="0">
              <a:solidFill>
                <a:schemeClr val="bg2">
                  <a:lumMod val="2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588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"/>
            <a:ext cx="12192000" cy="68579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0 w 1219200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0">
            <a:gsLst>
              <a:gs pos="100000">
                <a:srgbClr val="1F2229">
                  <a:alpha val="60000"/>
                </a:srgbClr>
              </a:gs>
              <a:gs pos="20000">
                <a:srgbClr val="1F2229">
                  <a:alpha val="91765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757714" y="1626921"/>
            <a:ext cx="6676572" cy="3604160"/>
            <a:chOff x="2162629" y="1305681"/>
            <a:chExt cx="7866742" cy="4246640"/>
          </a:xfrm>
        </p:grpSpPr>
        <p:sp>
          <p:nvSpPr>
            <p:cNvPr id="17" name="Oval 16"/>
            <p:cNvSpPr/>
            <p:nvPr/>
          </p:nvSpPr>
          <p:spPr>
            <a:xfrm>
              <a:off x="5782715" y="1305681"/>
              <a:ext cx="4246656" cy="4246640"/>
            </a:xfrm>
            <a:prstGeom prst="ellipse">
              <a:avLst/>
            </a:prstGeom>
            <a:solidFill>
              <a:srgbClr val="43CDD9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2162629" y="1305681"/>
              <a:ext cx="4246656" cy="4246640"/>
            </a:xfrm>
            <a:prstGeom prst="ellipse">
              <a:avLst/>
            </a:prstGeom>
            <a:solidFill>
              <a:srgbClr val="43CDD9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Oval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6507" y="789512"/>
            <a:ext cx="5278993" cy="5278976"/>
          </a:xfrm>
          <a:prstGeom prst="ellipse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9010" y="1212017"/>
            <a:ext cx="4433981" cy="443396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1588" y="3059668"/>
            <a:ext cx="3428824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tabLst>
                <a:tab pos="347663" algn="l"/>
              </a:tabLst>
            </a:pPr>
            <a:r>
              <a:rPr lang="en-US" sz="4800" b="1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pic>
        <p:nvPicPr>
          <p:cNvPr id="10" name="Picture 9" descr="This is an icon that reads &quot;24Slides.&quot;">
            <a:hlinkClick r:id="rId3"/>
            <a:extLst>
              <a:ext uri="{FF2B5EF4-FFF2-40B4-BE49-F238E27FC236}">
                <a16:creationId xmlns:a16="http://schemas.microsoft.com/office/drawing/2014/main" id="{E88D3554-2B38-7045-B778-76FB3465B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650" y="6336441"/>
            <a:ext cx="1028700" cy="293902"/>
          </a:xfrm>
          <a:prstGeom prst="rect">
            <a:avLst/>
          </a:prstGeom>
          <a:effectLst/>
        </p:spPr>
      </p:pic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0E603A3-B905-4FE4-AF3D-7ABD0759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11</a:t>
            </a:r>
          </a:p>
        </p:txBody>
      </p:sp>
    </p:spTree>
    <p:extLst>
      <p:ext uri="{BB962C8B-B14F-4D97-AF65-F5344CB8AC3E}">
        <p14:creationId xmlns:p14="http://schemas.microsoft.com/office/powerpoint/2010/main" val="334562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crosoft_Data_Driven_Financial_Corporate.potx" id="{AF0BB5A1-6D8A-4FE6-8E42-5BDD7830AEFF}" vid="{0057B11C-41A7-4209-873B-0AFB0F6811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Data-driven PowerPoint, from 24Slides</Template>
  <TotalTime>444</TotalTime>
  <Words>606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Agency FB</vt:lpstr>
      <vt:lpstr>Arial</vt:lpstr>
      <vt:lpstr>Bahnschrift</vt:lpstr>
      <vt:lpstr>Calibri</vt:lpstr>
      <vt:lpstr>Century Gothic</vt:lpstr>
      <vt:lpstr>Gill Sans MT</vt:lpstr>
      <vt:lpstr>Segoe UI Light</vt:lpstr>
      <vt:lpstr>Wingdings</vt:lpstr>
      <vt:lpstr>Office Theme</vt:lpstr>
      <vt:lpstr>https://d.docs.live.net/677fbc81e831b633/Desktop/prajwal/Customer_Complaint_Analysis-main/MYDAY2.xlsx!my%20project!R1C1:R42C38</vt:lpstr>
      <vt:lpstr>Slide 1</vt:lpstr>
      <vt:lpstr>Slide 2</vt:lpstr>
      <vt:lpstr>Slide 3</vt:lpstr>
      <vt:lpstr>Dataset Overview</vt:lpstr>
      <vt:lpstr>PowerPoint Presentation</vt:lpstr>
      <vt:lpstr>PowerPoint Presentation</vt:lpstr>
      <vt:lpstr>PowerPoint Presentation</vt:lpstr>
      <vt:lpstr>Slide 5</vt:lpstr>
      <vt:lpstr>PowerPoint Presentation</vt:lpstr>
      <vt:lpstr>PowerPoint Presentation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Shruchi Mail</dc:creator>
  <cp:lastModifiedBy>Shruchi Mail</cp:lastModifiedBy>
  <cp:revision>1</cp:revision>
  <dcterms:created xsi:type="dcterms:W3CDTF">2024-09-25T06:22:33Z</dcterms:created>
  <dcterms:modified xsi:type="dcterms:W3CDTF">2024-09-26T06:29:31Z</dcterms:modified>
</cp:coreProperties>
</file>